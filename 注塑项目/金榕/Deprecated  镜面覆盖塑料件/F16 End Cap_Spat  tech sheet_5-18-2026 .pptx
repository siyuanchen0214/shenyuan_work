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wdp" ContentType="image/vnd.ms-photo"/>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5"/>
  </p:handoutMasterIdLst>
  <p:sldIdLst>
    <p:sldId id="2229" r:id="rId3"/>
    <p:sldId id="2220" r:id="rId5"/>
    <p:sldId id="2225" r:id="rId6"/>
    <p:sldId id="2222" r:id="rId7"/>
    <p:sldId id="495" r:id="rId8"/>
    <p:sldId id="496" r:id="rId9"/>
    <p:sldId id="275" r:id="rId10"/>
    <p:sldId id="2226" r:id="rId11"/>
    <p:sldId id="274" r:id="rId12"/>
    <p:sldId id="262" r:id="rId13"/>
    <p:sldId id="222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gs" initials="{&quot;applyName&quot;:&quot;谢志锋&quot;,&quot;approverName&quot;:&quot;林军昌;赵路军;&quot;,&quot;creatorTime&quot;:&quot;2021-04-29 16:23:56.0&quot;}" lastIdx="0" clrIdx="0"/>
  <p:cmAuthor id="2" name="huhn" initials="h" lastIdx="0" clrIdx="1"/>
  <p:cmAuthor id="3" name="Administrator" initials="A" lastIdx="0" clrIdx="2"/>
  <p:cmAuthor id="4" name="作者" initials="A" lastIdx="0" clrIdx="3"/>
  <p:cmAuthor id="5" name="方超" initials="方超" lastIdx="0" clrIdx="4"/>
  <p:cmAuthor id="6" name="Lisa Lind" initials="LL" lastIdx="0" clrIdx="5"/>
  <p:cmAuthor id="7" name="Katharina Moritz" initials="KM" lastIdx="0" clrIdx="6"/>
  <p:cmAuthor id="8" name="Julia Huhn" initials="JH" lastIdx="0" clrIdx="7"/>
  <p:cmAuthor id="9" name="SteveN" initials="S" lastIdx="0" clrIdx="8"/>
  <p:cmAuthor id="10" name="珍珠奶茶" initials="珍" lastIdx="0" clrIdx="9"/>
  <p:cmAuthor id="11" name="Jing Zhang （张婧）" initials="JZ（" lastIdx="0" clrIdx="10"/>
  <p:cmAuthor id="12" name="WPS" initials="W" lastIdx="0" clrIdx="1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customXml" Target="../customXml/item3.xml"/><Relationship Id="rId21" Type="http://schemas.openxmlformats.org/officeDocument/2006/relationships/customXml" Target="../customXml/item2.xml"/><Relationship Id="rId20" Type="http://schemas.openxmlformats.org/officeDocument/2006/relationships/customXml" Target="../customXml/item1.xml"/><Relationship Id="rId2" Type="http://schemas.openxmlformats.org/officeDocument/2006/relationships/theme" Target="theme/theme1.xml"/><Relationship Id="rId19" Type="http://schemas.openxmlformats.org/officeDocument/2006/relationships/commentAuthors" Target="commen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46D679-4CBA-45D0-8B1C-D35CDA376968}"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46EE56-81CB-4BF9-960E-0E6626841B6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224088" y="666750"/>
            <a:ext cx="4572000" cy="3429000"/>
          </a:xfrm>
          <a:prstGeom prst="rect">
            <a:avLst/>
          </a:prstGeo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28591FDB-75D2-4FCE-867C-527A00E189E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66B9BD-3EDA-4D7F-9B8C-B0A866D74E5E}"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8591FDB-75D2-4FCE-867C-527A00E189E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66B9BD-3EDA-4D7F-9B8C-B0A866D74E5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8591FDB-75D2-4FCE-867C-527A00E189E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66B9BD-3EDA-4D7F-9B8C-B0A866D74E5E}"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28591FDB-75D2-4FCE-867C-527A00E189E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66B9BD-3EDA-4D7F-9B8C-B0A866D74E5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28591FDB-75D2-4FCE-867C-527A00E189E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C66B9BD-3EDA-4D7F-9B8C-B0A866D74E5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28591FDB-75D2-4FCE-867C-527A00E189E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C66B9BD-3EDA-4D7F-9B8C-B0A866D74E5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591FDB-75D2-4FCE-867C-527A00E189E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C66B9BD-3EDA-4D7F-9B8C-B0A866D74E5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8591FDB-75D2-4FCE-867C-527A00E189E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66B9BD-3EDA-4D7F-9B8C-B0A866D74E5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8591FDB-75D2-4FCE-867C-527A00E189E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66B9BD-3EDA-4D7F-9B8C-B0A866D74E5E}"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8591FDB-75D2-4FCE-867C-527A00E189E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66B9BD-3EDA-4D7F-9B8C-B0A866D74E5E}"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8591FDB-75D2-4FCE-867C-527A00E189E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66B9BD-3EDA-4D7F-9B8C-B0A866D74E5E}"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Text Placeholder 2"/>
          <p:cNvSpPr>
            <a:spLocks noGrp="1"/>
          </p:cNvSpPr>
          <p:nvPr>
            <p:ph type="body"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8591FDB-75D2-4FCE-867C-527A00E189E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66B9BD-3EDA-4D7F-9B8C-B0A866D74E5E}"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 columns with a photo">
  <p:cSld name="2 columns with a photo">
    <p:spTree>
      <p:nvGrpSpPr>
        <p:cNvPr id="1" name="Shape 44"/>
        <p:cNvGrpSpPr/>
        <p:nvPr/>
      </p:nvGrpSpPr>
      <p:grpSpPr>
        <a:xfrm>
          <a:off x="0" y="0"/>
          <a:ext cx="0" cy="0"/>
          <a:chOff x="0" y="0"/>
          <a:chExt cx="0" cy="0"/>
        </a:xfrm>
      </p:grpSpPr>
      <p:sp>
        <p:nvSpPr>
          <p:cNvPr id="45" name="Google Shape;45;p10"/>
          <p:cNvSpPr txBox="1">
            <a:spLocks noGrp="1"/>
          </p:cNvSpPr>
          <p:nvPr>
            <p:ph type="sldNum" idx="12"/>
          </p:nvPr>
        </p:nvSpPr>
        <p:spPr>
          <a:xfrm>
            <a:off x="10979875" y="6489701"/>
            <a:ext cx="720000" cy="2160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fld>
            <a:endParaRPr lang="en-GB"/>
          </a:p>
        </p:txBody>
      </p:sp>
      <p:sp>
        <p:nvSpPr>
          <p:cNvPr id="46" name="Google Shape;46;p10"/>
          <p:cNvSpPr>
            <a:spLocks noGrp="1"/>
          </p:cNvSpPr>
          <p:nvPr>
            <p:ph type="pic" idx="2"/>
          </p:nvPr>
        </p:nvSpPr>
        <p:spPr>
          <a:xfrm>
            <a:off x="536467" y="3471300"/>
            <a:ext cx="11163600" cy="2753600"/>
          </a:xfrm>
          <a:prstGeom prst="rect">
            <a:avLst/>
          </a:prstGeom>
          <a:noFill/>
          <a:ln>
            <a:noFill/>
          </a:ln>
        </p:spPr>
        <p:txBody>
          <a:bodyPr spcFirstLastPara="1" wrap="square" lIns="68575" tIns="34275" rIns="68575" bIns="34275" anchor="ctr" anchorCtr="0">
            <a:noAutofit/>
          </a:bodyPr>
          <a:lstStyle>
            <a:lvl1pPr marR="0" lvl="0" algn="ctr" rtl="0">
              <a:lnSpc>
                <a:spcPct val="105000"/>
              </a:lnSpc>
              <a:spcBef>
                <a:spcPts val="0"/>
              </a:spcBef>
              <a:spcAft>
                <a:spcPts val="0"/>
              </a:spcAft>
              <a:buClr>
                <a:schemeClr val="dk2"/>
              </a:buClr>
              <a:buSzPts val="900"/>
              <a:buFont typeface="Arial" panose="020B0604020202020204"/>
              <a:buNone/>
              <a:defRPr sz="1200" b="0" i="0" u="none" strike="noStrike" cap="none">
                <a:solidFill>
                  <a:schemeClr val="dk2"/>
                </a:solidFill>
                <a:latin typeface="Encode Sans"/>
                <a:ea typeface="Encode Sans"/>
                <a:cs typeface="Encode Sans"/>
                <a:sym typeface="Encode Sans"/>
              </a:defRPr>
            </a:lvl1pPr>
            <a:lvl2pPr marR="0" lvl="1" algn="l" rtl="0">
              <a:lnSpc>
                <a:spcPct val="105000"/>
              </a:lnSpc>
              <a:spcBef>
                <a:spcPts val="665"/>
              </a:spcBef>
              <a:spcAft>
                <a:spcPts val="0"/>
              </a:spcAft>
              <a:buClr>
                <a:schemeClr val="dk2"/>
              </a:buClr>
              <a:buSzPts val="1600"/>
              <a:buFont typeface="Arial" panose="020B0604020202020204"/>
              <a:buNone/>
              <a:defRPr sz="2135" b="0" i="0" u="none" strike="noStrike" cap="none">
                <a:solidFill>
                  <a:schemeClr val="dk2"/>
                </a:solidFill>
                <a:latin typeface="Encode Sans"/>
                <a:ea typeface="Encode Sans"/>
                <a:cs typeface="Encode Sans"/>
                <a:sym typeface="Encode Sans"/>
              </a:defRPr>
            </a:lvl2pPr>
            <a:lvl3pPr marR="0" lvl="2" algn="l" rtl="0">
              <a:lnSpc>
                <a:spcPct val="105000"/>
              </a:lnSpc>
              <a:spcBef>
                <a:spcPts val="665"/>
              </a:spcBef>
              <a:spcAft>
                <a:spcPts val="0"/>
              </a:spcAft>
              <a:buClr>
                <a:schemeClr val="dk2"/>
              </a:buClr>
              <a:buSzPts val="1600"/>
              <a:buFont typeface="Encode Sans"/>
              <a:buNone/>
              <a:defRPr sz="1865" b="0" i="0" u="none" strike="noStrike" cap="none">
                <a:solidFill>
                  <a:schemeClr val="dk2"/>
                </a:solidFill>
                <a:latin typeface="Encode Sans"/>
                <a:ea typeface="Encode Sans"/>
                <a:cs typeface="Encode Sans"/>
                <a:sym typeface="Encode Sans"/>
              </a:defRPr>
            </a:lvl3pPr>
            <a:lvl4pPr marR="0" lvl="3" algn="l" rtl="0">
              <a:lnSpc>
                <a:spcPct val="105000"/>
              </a:lnSpc>
              <a:spcBef>
                <a:spcPts val="400"/>
              </a:spcBef>
              <a:spcAft>
                <a:spcPts val="0"/>
              </a:spcAft>
              <a:buClr>
                <a:schemeClr val="dk2"/>
              </a:buClr>
              <a:buSzPts val="1100"/>
              <a:buFont typeface="Encode Sans"/>
              <a:buNone/>
              <a:defRPr sz="1465" b="1" i="0" u="none" strike="noStrike" cap="none">
                <a:solidFill>
                  <a:schemeClr val="dk2"/>
                </a:solidFill>
                <a:latin typeface="Encode Sans"/>
                <a:ea typeface="Encode Sans"/>
                <a:cs typeface="Encode Sans"/>
                <a:sym typeface="Encode Sans"/>
              </a:defRPr>
            </a:lvl4pPr>
            <a:lvl5pPr marR="0" lvl="4" algn="l" rtl="0">
              <a:lnSpc>
                <a:spcPct val="105000"/>
              </a:lnSpc>
              <a:spcBef>
                <a:spcPts val="400"/>
              </a:spcBef>
              <a:spcAft>
                <a:spcPts val="0"/>
              </a:spcAft>
              <a:buClr>
                <a:schemeClr val="dk2"/>
              </a:buClr>
              <a:buSzPts val="1100"/>
              <a:buFont typeface="Arial" panose="020B0604020202020204"/>
              <a:buNone/>
              <a:defRPr sz="1465" b="0" i="0" u="none" strike="noStrike" cap="none">
                <a:solidFill>
                  <a:schemeClr val="dk2"/>
                </a:solidFill>
                <a:latin typeface="Encode Sans"/>
                <a:ea typeface="Encode Sans"/>
                <a:cs typeface="Encode Sans"/>
                <a:sym typeface="Encode Sans"/>
              </a:defRPr>
            </a:lvl5pPr>
            <a:lvl6pPr marR="0" lvl="5" algn="l" rtl="0">
              <a:lnSpc>
                <a:spcPct val="90000"/>
              </a:lnSpc>
              <a:spcBef>
                <a:spcPts val="400"/>
              </a:spcBef>
              <a:spcAft>
                <a:spcPts val="0"/>
              </a:spcAft>
              <a:buClr>
                <a:schemeClr val="dk1"/>
              </a:buClr>
              <a:buSzPts val="1100"/>
              <a:buFont typeface="Arial" panose="020B0604020202020204"/>
              <a:buNone/>
              <a:defRPr sz="1465" b="0" i="0" u="none" strike="noStrike" cap="none">
                <a:solidFill>
                  <a:schemeClr val="dk1"/>
                </a:solidFill>
                <a:latin typeface="Encode Sans"/>
                <a:ea typeface="Encode Sans"/>
                <a:cs typeface="Encode Sans"/>
                <a:sym typeface="Encode Sans"/>
              </a:defRPr>
            </a:lvl6pPr>
            <a:lvl7pPr marR="0" lvl="6" algn="l" rtl="0">
              <a:lnSpc>
                <a:spcPct val="90000"/>
              </a:lnSpc>
              <a:spcBef>
                <a:spcPts val="400"/>
              </a:spcBef>
              <a:spcAft>
                <a:spcPts val="0"/>
              </a:spcAft>
              <a:buClr>
                <a:schemeClr val="dk1"/>
              </a:buClr>
              <a:buSzPts val="1100"/>
              <a:buFont typeface="Arial" panose="020B0604020202020204"/>
              <a:buNone/>
              <a:defRPr sz="1465" b="0" i="0" u="none" strike="noStrike" cap="none">
                <a:solidFill>
                  <a:schemeClr val="dk1"/>
                </a:solidFill>
                <a:latin typeface="Encode Sans"/>
                <a:ea typeface="Encode Sans"/>
                <a:cs typeface="Encode Sans"/>
                <a:sym typeface="Encode Sans"/>
              </a:defRPr>
            </a:lvl7pPr>
            <a:lvl8pPr marR="0" lvl="7" algn="l" rtl="0">
              <a:lnSpc>
                <a:spcPct val="90000"/>
              </a:lnSpc>
              <a:spcBef>
                <a:spcPts val="400"/>
              </a:spcBef>
              <a:spcAft>
                <a:spcPts val="0"/>
              </a:spcAft>
              <a:buClr>
                <a:schemeClr val="dk1"/>
              </a:buClr>
              <a:buSzPts val="1100"/>
              <a:buFont typeface="Arial" panose="020B0604020202020204"/>
              <a:buNone/>
              <a:defRPr sz="1465" b="0" i="0" u="none" strike="noStrike" cap="none">
                <a:solidFill>
                  <a:schemeClr val="dk1"/>
                </a:solidFill>
                <a:latin typeface="Encode Sans"/>
                <a:ea typeface="Encode Sans"/>
                <a:cs typeface="Encode Sans"/>
                <a:sym typeface="Encode Sans"/>
              </a:defRPr>
            </a:lvl8pPr>
            <a:lvl9pPr marR="0" lvl="8" algn="l" rtl="0">
              <a:lnSpc>
                <a:spcPct val="90000"/>
              </a:lnSpc>
              <a:spcBef>
                <a:spcPts val="400"/>
              </a:spcBef>
              <a:spcAft>
                <a:spcPts val="0"/>
              </a:spcAft>
              <a:buClr>
                <a:schemeClr val="dk1"/>
              </a:buClr>
              <a:buSzPts val="1100"/>
              <a:buFont typeface="Arial" panose="020B0604020202020204"/>
              <a:buNone/>
              <a:defRPr sz="1465" b="0" i="0" u="none" strike="noStrike" cap="none">
                <a:solidFill>
                  <a:schemeClr val="dk1"/>
                </a:solidFill>
                <a:latin typeface="Encode Sans"/>
                <a:ea typeface="Encode Sans"/>
                <a:cs typeface="Encode Sans"/>
                <a:sym typeface="Encode Sans"/>
              </a:defRPr>
            </a:lvl9pPr>
          </a:lstStyle>
          <a:p/>
        </p:txBody>
      </p:sp>
      <p:sp>
        <p:nvSpPr>
          <p:cNvPr id="47" name="Google Shape;47;p10"/>
          <p:cNvSpPr txBox="1">
            <a:spLocks noGrp="1"/>
          </p:cNvSpPr>
          <p:nvPr>
            <p:ph type="body" idx="1"/>
          </p:nvPr>
        </p:nvSpPr>
        <p:spPr>
          <a:xfrm>
            <a:off x="536467" y="1244200"/>
            <a:ext cx="5538400" cy="1836000"/>
          </a:xfrm>
          <a:prstGeom prst="rect">
            <a:avLst/>
          </a:prstGeom>
          <a:noFill/>
          <a:ln>
            <a:noFill/>
          </a:ln>
        </p:spPr>
        <p:txBody>
          <a:bodyPr spcFirstLastPara="1" wrap="square" lIns="68575" tIns="34275" rIns="68575" bIns="34275" anchor="t" anchorCtr="0">
            <a:noAutofit/>
          </a:bodyPr>
          <a:lstStyle>
            <a:lvl1pPr marL="609600" lvl="0" indent="-304800" algn="l" rtl="0">
              <a:lnSpc>
                <a:spcPct val="100000"/>
              </a:lnSpc>
              <a:spcBef>
                <a:spcPts val="0"/>
              </a:spcBef>
              <a:spcAft>
                <a:spcPts val="0"/>
              </a:spcAft>
              <a:buClr>
                <a:schemeClr val="dk2"/>
              </a:buClr>
              <a:buSzPts val="1200"/>
              <a:buNone/>
              <a:defRPr sz="1600"/>
            </a:lvl1pPr>
            <a:lvl2pPr marL="1219200" lvl="1" indent="-423545" algn="l" rtl="0">
              <a:lnSpc>
                <a:spcPct val="100000"/>
              </a:lnSpc>
              <a:spcBef>
                <a:spcPts val="665"/>
              </a:spcBef>
              <a:spcAft>
                <a:spcPts val="0"/>
              </a:spcAft>
              <a:buClr>
                <a:schemeClr val="dk2"/>
              </a:buClr>
              <a:buSzPts val="1400"/>
              <a:buChar char="•"/>
              <a:defRPr sz="1600"/>
            </a:lvl2pPr>
            <a:lvl3pPr marL="1828800" lvl="2" indent="-304800" algn="l" rtl="0">
              <a:lnSpc>
                <a:spcPct val="100000"/>
              </a:lnSpc>
              <a:spcBef>
                <a:spcPts val="665"/>
              </a:spcBef>
              <a:spcAft>
                <a:spcPts val="0"/>
              </a:spcAft>
              <a:buClr>
                <a:schemeClr val="dk2"/>
              </a:buClr>
              <a:buSzPts val="1600"/>
              <a:buNone/>
              <a:defRPr sz="1200"/>
            </a:lvl3pPr>
            <a:lvl4pPr marL="2438400" lvl="3" indent="-304800" algn="l" rtl="0">
              <a:lnSpc>
                <a:spcPct val="100000"/>
              </a:lnSpc>
              <a:spcBef>
                <a:spcPts val="400"/>
              </a:spcBef>
              <a:spcAft>
                <a:spcPts val="0"/>
              </a:spcAft>
              <a:buClr>
                <a:schemeClr val="dk2"/>
              </a:buClr>
              <a:buSzPts val="1400"/>
              <a:buNone/>
              <a:defRPr sz="1200"/>
            </a:lvl4pPr>
            <a:lvl5pPr marL="3048000" lvl="4" indent="-423545" algn="l" rtl="0">
              <a:lnSpc>
                <a:spcPct val="100000"/>
              </a:lnSpc>
              <a:spcBef>
                <a:spcPts val="400"/>
              </a:spcBef>
              <a:spcAft>
                <a:spcPts val="0"/>
              </a:spcAft>
              <a:buClr>
                <a:schemeClr val="dk2"/>
              </a:buClr>
              <a:buSzPts val="1400"/>
              <a:buChar char="•"/>
              <a:defRPr sz="1200"/>
            </a:lvl5pPr>
            <a:lvl6pPr marL="3657600" lvl="5" indent="-423545" algn="l" rtl="0">
              <a:lnSpc>
                <a:spcPct val="100000"/>
              </a:lnSpc>
              <a:spcBef>
                <a:spcPts val="400"/>
              </a:spcBef>
              <a:spcAft>
                <a:spcPts val="0"/>
              </a:spcAft>
              <a:buClr>
                <a:schemeClr val="dk1"/>
              </a:buClr>
              <a:buSzPts val="1400"/>
              <a:buChar char="•"/>
              <a:defRPr/>
            </a:lvl6pPr>
            <a:lvl7pPr marL="4267200" lvl="6" indent="-423545" algn="l" rtl="0">
              <a:lnSpc>
                <a:spcPct val="100000"/>
              </a:lnSpc>
              <a:spcBef>
                <a:spcPts val="400"/>
              </a:spcBef>
              <a:spcAft>
                <a:spcPts val="0"/>
              </a:spcAft>
              <a:buClr>
                <a:schemeClr val="dk1"/>
              </a:buClr>
              <a:buSzPts val="1400"/>
              <a:buChar char="•"/>
              <a:defRPr/>
            </a:lvl7pPr>
            <a:lvl8pPr marL="4876800" lvl="7" indent="-423545" algn="l" rtl="0">
              <a:lnSpc>
                <a:spcPct val="100000"/>
              </a:lnSpc>
              <a:spcBef>
                <a:spcPts val="400"/>
              </a:spcBef>
              <a:spcAft>
                <a:spcPts val="0"/>
              </a:spcAft>
              <a:buClr>
                <a:schemeClr val="dk1"/>
              </a:buClr>
              <a:buSzPts val="1400"/>
              <a:buChar char="•"/>
              <a:defRPr/>
            </a:lvl8pPr>
            <a:lvl9pPr marL="5486400" lvl="8" indent="-423545" algn="l" rtl="0">
              <a:lnSpc>
                <a:spcPct val="100000"/>
              </a:lnSpc>
              <a:spcBef>
                <a:spcPts val="400"/>
              </a:spcBef>
              <a:spcAft>
                <a:spcPts val="0"/>
              </a:spcAft>
              <a:buClr>
                <a:schemeClr val="dk1"/>
              </a:buClr>
              <a:buSzPts val="1400"/>
              <a:buChar char="•"/>
              <a:defRPr/>
            </a:lvl9pPr>
          </a:lstStyle>
          <a:p/>
        </p:txBody>
      </p:sp>
      <p:pic>
        <p:nvPicPr>
          <p:cNvPr id="48" name="Google Shape;48;p10"/>
          <p:cNvPicPr preferRelativeResize="0"/>
          <p:nvPr/>
        </p:nvPicPr>
        <p:blipFill>
          <a:blip r:embed="rId2"/>
          <a:stretch>
            <a:fillRect/>
          </a:stretch>
        </p:blipFill>
        <p:spPr>
          <a:xfrm>
            <a:off x="0" y="446370"/>
            <a:ext cx="9677400" cy="342900"/>
          </a:xfrm>
          <a:prstGeom prst="rect">
            <a:avLst/>
          </a:prstGeom>
          <a:noFill/>
          <a:ln>
            <a:noFill/>
          </a:ln>
        </p:spPr>
      </p:pic>
      <p:sp>
        <p:nvSpPr>
          <p:cNvPr id="49" name="Google Shape;49;p10"/>
          <p:cNvSpPr txBox="1">
            <a:spLocks noGrp="1"/>
          </p:cNvSpPr>
          <p:nvPr>
            <p:ph type="title"/>
          </p:nvPr>
        </p:nvSpPr>
        <p:spPr>
          <a:xfrm>
            <a:off x="536467" y="446200"/>
            <a:ext cx="8506000" cy="342800"/>
          </a:xfrm>
          <a:prstGeom prst="rect">
            <a:avLst/>
          </a:prstGeom>
          <a:noFill/>
          <a:ln>
            <a:noFill/>
          </a:ln>
        </p:spPr>
        <p:txBody>
          <a:bodyPr spcFirstLastPara="1" wrap="square" lIns="68575" tIns="34275" rIns="68575" bIns="34275" anchor="ctr" anchorCtr="0">
            <a:noAutofit/>
          </a:bodyPr>
          <a:lstStyle>
            <a:lvl1pPr lvl="0" algn="l" rtl="0">
              <a:lnSpc>
                <a:spcPct val="100000"/>
              </a:lnSpc>
              <a:spcBef>
                <a:spcPts val="0"/>
              </a:spcBef>
              <a:spcAft>
                <a:spcPts val="0"/>
              </a:spcAft>
              <a:buClr>
                <a:srgbClr val="FFFFFF"/>
              </a:buClr>
              <a:buSzPts val="1100"/>
              <a:buNone/>
              <a:defRPr sz="1465">
                <a:solidFill>
                  <a:srgbClr val="FFFFFF"/>
                </a:solidFill>
              </a:defRPr>
            </a:lvl1pPr>
            <a:lvl2pPr lvl="1" rtl="0">
              <a:lnSpc>
                <a:spcPct val="100000"/>
              </a:lnSpc>
              <a:spcBef>
                <a:spcPts val="0"/>
              </a:spcBef>
              <a:spcAft>
                <a:spcPts val="0"/>
              </a:spcAft>
              <a:buSzPts val="2000"/>
              <a:buNone/>
              <a:defRPr sz="2665"/>
            </a:lvl2pPr>
            <a:lvl3pPr lvl="2" rtl="0">
              <a:lnSpc>
                <a:spcPct val="100000"/>
              </a:lnSpc>
              <a:spcBef>
                <a:spcPts val="0"/>
              </a:spcBef>
              <a:spcAft>
                <a:spcPts val="0"/>
              </a:spcAft>
              <a:buSzPts val="2000"/>
              <a:buNone/>
              <a:defRPr sz="2665"/>
            </a:lvl3pPr>
            <a:lvl4pPr lvl="3" rtl="0">
              <a:lnSpc>
                <a:spcPct val="100000"/>
              </a:lnSpc>
              <a:spcBef>
                <a:spcPts val="0"/>
              </a:spcBef>
              <a:spcAft>
                <a:spcPts val="0"/>
              </a:spcAft>
              <a:buSzPts val="2000"/>
              <a:buNone/>
              <a:defRPr sz="2665"/>
            </a:lvl4pPr>
            <a:lvl5pPr lvl="4" rtl="0">
              <a:lnSpc>
                <a:spcPct val="100000"/>
              </a:lnSpc>
              <a:spcBef>
                <a:spcPts val="0"/>
              </a:spcBef>
              <a:spcAft>
                <a:spcPts val="0"/>
              </a:spcAft>
              <a:buSzPts val="2000"/>
              <a:buNone/>
              <a:defRPr sz="2665"/>
            </a:lvl5pPr>
            <a:lvl6pPr lvl="5" rtl="0">
              <a:lnSpc>
                <a:spcPct val="100000"/>
              </a:lnSpc>
              <a:spcBef>
                <a:spcPts val="0"/>
              </a:spcBef>
              <a:spcAft>
                <a:spcPts val="0"/>
              </a:spcAft>
              <a:buSzPts val="2000"/>
              <a:buNone/>
              <a:defRPr sz="2665"/>
            </a:lvl6pPr>
            <a:lvl7pPr lvl="6" rtl="0">
              <a:lnSpc>
                <a:spcPct val="100000"/>
              </a:lnSpc>
              <a:spcBef>
                <a:spcPts val="0"/>
              </a:spcBef>
              <a:spcAft>
                <a:spcPts val="0"/>
              </a:spcAft>
              <a:buSzPts val="2000"/>
              <a:buNone/>
              <a:defRPr sz="2665"/>
            </a:lvl7pPr>
            <a:lvl8pPr lvl="7" rtl="0">
              <a:lnSpc>
                <a:spcPct val="100000"/>
              </a:lnSpc>
              <a:spcBef>
                <a:spcPts val="0"/>
              </a:spcBef>
              <a:spcAft>
                <a:spcPts val="0"/>
              </a:spcAft>
              <a:buSzPts val="2000"/>
              <a:buNone/>
              <a:defRPr sz="2665"/>
            </a:lvl8pPr>
            <a:lvl9pPr lvl="8" rtl="0">
              <a:lnSpc>
                <a:spcPct val="100000"/>
              </a:lnSpc>
              <a:spcBef>
                <a:spcPts val="0"/>
              </a:spcBef>
              <a:spcAft>
                <a:spcPts val="0"/>
              </a:spcAft>
              <a:buSzPts val="2000"/>
              <a:buNone/>
              <a:defRPr sz="2665"/>
            </a:lvl9pPr>
          </a:lstStyle>
          <a:p/>
        </p:txBody>
      </p:sp>
      <p:sp>
        <p:nvSpPr>
          <p:cNvPr id="50" name="Google Shape;50;p10"/>
          <p:cNvSpPr txBox="1">
            <a:spLocks noGrp="1"/>
          </p:cNvSpPr>
          <p:nvPr>
            <p:ph type="body" idx="3"/>
          </p:nvPr>
        </p:nvSpPr>
        <p:spPr>
          <a:xfrm>
            <a:off x="6171000" y="1244200"/>
            <a:ext cx="5538400" cy="1836000"/>
          </a:xfrm>
          <a:prstGeom prst="rect">
            <a:avLst/>
          </a:prstGeom>
          <a:noFill/>
          <a:ln>
            <a:noFill/>
          </a:ln>
        </p:spPr>
        <p:txBody>
          <a:bodyPr spcFirstLastPara="1" wrap="square" lIns="68575" tIns="34275" rIns="68575" bIns="34275" anchor="t" anchorCtr="0">
            <a:noAutofit/>
          </a:bodyPr>
          <a:lstStyle>
            <a:lvl1pPr marL="609600" lvl="0" indent="-304800" algn="l" rtl="0">
              <a:lnSpc>
                <a:spcPct val="100000"/>
              </a:lnSpc>
              <a:spcBef>
                <a:spcPts val="0"/>
              </a:spcBef>
              <a:spcAft>
                <a:spcPts val="0"/>
              </a:spcAft>
              <a:buClr>
                <a:schemeClr val="dk2"/>
              </a:buClr>
              <a:buSzPts val="1200"/>
              <a:buNone/>
              <a:defRPr sz="1600"/>
            </a:lvl1pPr>
            <a:lvl2pPr marL="1219200" lvl="1" indent="-423545" algn="l" rtl="0">
              <a:lnSpc>
                <a:spcPct val="100000"/>
              </a:lnSpc>
              <a:spcBef>
                <a:spcPts val="665"/>
              </a:spcBef>
              <a:spcAft>
                <a:spcPts val="0"/>
              </a:spcAft>
              <a:buClr>
                <a:schemeClr val="dk2"/>
              </a:buClr>
              <a:buSzPts val="1400"/>
              <a:buChar char="•"/>
              <a:defRPr sz="1600"/>
            </a:lvl2pPr>
            <a:lvl3pPr marL="1828800" lvl="2" indent="-304800" algn="l" rtl="0">
              <a:lnSpc>
                <a:spcPct val="100000"/>
              </a:lnSpc>
              <a:spcBef>
                <a:spcPts val="665"/>
              </a:spcBef>
              <a:spcAft>
                <a:spcPts val="0"/>
              </a:spcAft>
              <a:buClr>
                <a:schemeClr val="dk2"/>
              </a:buClr>
              <a:buSzPts val="1600"/>
              <a:buNone/>
              <a:defRPr sz="1200"/>
            </a:lvl3pPr>
            <a:lvl4pPr marL="2438400" lvl="3" indent="-304800" algn="l" rtl="0">
              <a:lnSpc>
                <a:spcPct val="100000"/>
              </a:lnSpc>
              <a:spcBef>
                <a:spcPts val="400"/>
              </a:spcBef>
              <a:spcAft>
                <a:spcPts val="0"/>
              </a:spcAft>
              <a:buClr>
                <a:schemeClr val="dk2"/>
              </a:buClr>
              <a:buSzPts val="1400"/>
              <a:buNone/>
              <a:defRPr sz="1200"/>
            </a:lvl4pPr>
            <a:lvl5pPr marL="3048000" lvl="4" indent="-423545" algn="l" rtl="0">
              <a:lnSpc>
                <a:spcPct val="100000"/>
              </a:lnSpc>
              <a:spcBef>
                <a:spcPts val="400"/>
              </a:spcBef>
              <a:spcAft>
                <a:spcPts val="0"/>
              </a:spcAft>
              <a:buClr>
                <a:schemeClr val="dk2"/>
              </a:buClr>
              <a:buSzPts val="1400"/>
              <a:buChar char="•"/>
              <a:defRPr sz="1200"/>
            </a:lvl5pPr>
            <a:lvl6pPr marL="3657600" lvl="5" indent="-423545" algn="l" rtl="0">
              <a:lnSpc>
                <a:spcPct val="100000"/>
              </a:lnSpc>
              <a:spcBef>
                <a:spcPts val="400"/>
              </a:spcBef>
              <a:spcAft>
                <a:spcPts val="0"/>
              </a:spcAft>
              <a:buClr>
                <a:schemeClr val="dk1"/>
              </a:buClr>
              <a:buSzPts val="1400"/>
              <a:buChar char="•"/>
              <a:defRPr/>
            </a:lvl6pPr>
            <a:lvl7pPr marL="4267200" lvl="6" indent="-423545" algn="l" rtl="0">
              <a:lnSpc>
                <a:spcPct val="100000"/>
              </a:lnSpc>
              <a:spcBef>
                <a:spcPts val="400"/>
              </a:spcBef>
              <a:spcAft>
                <a:spcPts val="0"/>
              </a:spcAft>
              <a:buClr>
                <a:schemeClr val="dk1"/>
              </a:buClr>
              <a:buSzPts val="1400"/>
              <a:buChar char="•"/>
              <a:defRPr/>
            </a:lvl7pPr>
            <a:lvl8pPr marL="4876800" lvl="7" indent="-423545" algn="l" rtl="0">
              <a:lnSpc>
                <a:spcPct val="100000"/>
              </a:lnSpc>
              <a:spcBef>
                <a:spcPts val="400"/>
              </a:spcBef>
              <a:spcAft>
                <a:spcPts val="0"/>
              </a:spcAft>
              <a:buClr>
                <a:schemeClr val="dk1"/>
              </a:buClr>
              <a:buSzPts val="1400"/>
              <a:buChar char="•"/>
              <a:defRPr/>
            </a:lvl8pPr>
            <a:lvl9pPr marL="5486400" lvl="8" indent="-423545" algn="l" rtl="0">
              <a:lnSpc>
                <a:spcPct val="100000"/>
              </a:lnSpc>
              <a:spcBef>
                <a:spcPts val="400"/>
              </a:spcBef>
              <a:spcAft>
                <a:spcPts val="0"/>
              </a:spcAft>
              <a:buClr>
                <a:schemeClr val="dk1"/>
              </a:buClr>
              <a:buSzPts val="1400"/>
              <a:buChar char="•"/>
              <a:defRPr/>
            </a:lvl9pPr>
          </a:lstStyle>
          <a:p/>
        </p:txBody>
      </p:sp>
      <p:sp>
        <p:nvSpPr>
          <p:cNvPr id="51" name="Google Shape;51;p10"/>
          <p:cNvSpPr txBox="1">
            <a:spLocks noGrp="1"/>
          </p:cNvSpPr>
          <p:nvPr>
            <p:ph type="title" idx="4"/>
          </p:nvPr>
        </p:nvSpPr>
        <p:spPr>
          <a:xfrm>
            <a:off x="536533" y="6489700"/>
            <a:ext cx="1056000" cy="216000"/>
          </a:xfrm>
          <a:prstGeom prst="rect">
            <a:avLst/>
          </a:prstGeom>
          <a:noFill/>
          <a:ln>
            <a:noFill/>
          </a:ln>
        </p:spPr>
        <p:txBody>
          <a:bodyPr spcFirstLastPara="1" wrap="square" lIns="68575" tIns="34275" rIns="68575" bIns="34275" anchor="ctr" anchorCtr="0">
            <a:noAutofit/>
          </a:bodyPr>
          <a:lstStyle>
            <a:lvl1pPr lvl="0" algn="l" rtl="0">
              <a:lnSpc>
                <a:spcPct val="100000"/>
              </a:lnSpc>
              <a:spcBef>
                <a:spcPts val="0"/>
              </a:spcBef>
              <a:spcAft>
                <a:spcPts val="0"/>
              </a:spcAft>
              <a:buClr>
                <a:srgbClr val="000000"/>
              </a:buClr>
              <a:buSzPts val="700"/>
              <a:buNone/>
              <a:defRPr sz="935">
                <a:solidFill>
                  <a:srgbClr val="000000"/>
                </a:solidFill>
              </a:defRPr>
            </a:lvl1pPr>
            <a:lvl2pPr lvl="1" rtl="0">
              <a:lnSpc>
                <a:spcPct val="100000"/>
              </a:lnSpc>
              <a:spcBef>
                <a:spcPts val="0"/>
              </a:spcBef>
              <a:spcAft>
                <a:spcPts val="0"/>
              </a:spcAft>
              <a:buSzPts val="700"/>
              <a:buNone/>
              <a:defRPr sz="935"/>
            </a:lvl2pPr>
            <a:lvl3pPr lvl="2" rtl="0">
              <a:lnSpc>
                <a:spcPct val="100000"/>
              </a:lnSpc>
              <a:spcBef>
                <a:spcPts val="0"/>
              </a:spcBef>
              <a:spcAft>
                <a:spcPts val="0"/>
              </a:spcAft>
              <a:buSzPts val="700"/>
              <a:buNone/>
              <a:defRPr sz="935"/>
            </a:lvl3pPr>
            <a:lvl4pPr lvl="3" rtl="0">
              <a:lnSpc>
                <a:spcPct val="100000"/>
              </a:lnSpc>
              <a:spcBef>
                <a:spcPts val="0"/>
              </a:spcBef>
              <a:spcAft>
                <a:spcPts val="0"/>
              </a:spcAft>
              <a:buSzPts val="700"/>
              <a:buNone/>
              <a:defRPr sz="935"/>
            </a:lvl4pPr>
            <a:lvl5pPr lvl="4" rtl="0">
              <a:lnSpc>
                <a:spcPct val="100000"/>
              </a:lnSpc>
              <a:spcBef>
                <a:spcPts val="0"/>
              </a:spcBef>
              <a:spcAft>
                <a:spcPts val="0"/>
              </a:spcAft>
              <a:buSzPts val="700"/>
              <a:buNone/>
              <a:defRPr sz="935"/>
            </a:lvl5pPr>
            <a:lvl6pPr lvl="5" rtl="0">
              <a:lnSpc>
                <a:spcPct val="100000"/>
              </a:lnSpc>
              <a:spcBef>
                <a:spcPts val="0"/>
              </a:spcBef>
              <a:spcAft>
                <a:spcPts val="0"/>
              </a:spcAft>
              <a:buSzPts val="700"/>
              <a:buNone/>
              <a:defRPr sz="935"/>
            </a:lvl6pPr>
            <a:lvl7pPr lvl="6" rtl="0">
              <a:lnSpc>
                <a:spcPct val="100000"/>
              </a:lnSpc>
              <a:spcBef>
                <a:spcPts val="0"/>
              </a:spcBef>
              <a:spcAft>
                <a:spcPts val="0"/>
              </a:spcAft>
              <a:buSzPts val="700"/>
              <a:buNone/>
              <a:defRPr sz="935"/>
            </a:lvl7pPr>
            <a:lvl8pPr lvl="7" rtl="0">
              <a:lnSpc>
                <a:spcPct val="100000"/>
              </a:lnSpc>
              <a:spcBef>
                <a:spcPts val="0"/>
              </a:spcBef>
              <a:spcAft>
                <a:spcPts val="0"/>
              </a:spcAft>
              <a:buSzPts val="700"/>
              <a:buNone/>
              <a:defRPr sz="935"/>
            </a:lvl8pPr>
            <a:lvl9pPr lvl="8" rtl="0">
              <a:lnSpc>
                <a:spcPct val="100000"/>
              </a:lnSpc>
              <a:spcBef>
                <a:spcPts val="0"/>
              </a:spcBef>
              <a:spcAft>
                <a:spcPts val="0"/>
              </a:spcAft>
              <a:buSzPts val="700"/>
              <a:buNone/>
              <a:defRPr sz="935"/>
            </a:lvl9pPr>
          </a:lstStyle>
          <a:p/>
        </p:txBody>
      </p:sp>
      <p:sp>
        <p:nvSpPr>
          <p:cNvPr id="52" name="Google Shape;52;p10"/>
          <p:cNvSpPr txBox="1">
            <a:spLocks noGrp="1"/>
          </p:cNvSpPr>
          <p:nvPr>
            <p:ph type="title" idx="5"/>
          </p:nvPr>
        </p:nvSpPr>
        <p:spPr>
          <a:xfrm>
            <a:off x="1592533" y="6489700"/>
            <a:ext cx="4800000" cy="216000"/>
          </a:xfrm>
          <a:prstGeom prst="rect">
            <a:avLst/>
          </a:prstGeom>
          <a:noFill/>
          <a:ln>
            <a:noFill/>
          </a:ln>
        </p:spPr>
        <p:txBody>
          <a:bodyPr spcFirstLastPara="1" wrap="square" lIns="68575" tIns="34275" rIns="68575" bIns="34275" anchor="ctr" anchorCtr="0">
            <a:noAutofit/>
          </a:bodyPr>
          <a:lstStyle>
            <a:lvl1pPr lvl="0" algn="l" rtl="0">
              <a:lnSpc>
                <a:spcPct val="100000"/>
              </a:lnSpc>
              <a:spcBef>
                <a:spcPts val="0"/>
              </a:spcBef>
              <a:spcAft>
                <a:spcPts val="0"/>
              </a:spcAft>
              <a:buClr>
                <a:srgbClr val="000000"/>
              </a:buClr>
              <a:buSzPts val="700"/>
              <a:buNone/>
              <a:defRPr sz="935">
                <a:solidFill>
                  <a:srgbClr val="000000"/>
                </a:solidFill>
              </a:defRPr>
            </a:lvl1pPr>
            <a:lvl2pPr lvl="1" rtl="0">
              <a:lnSpc>
                <a:spcPct val="100000"/>
              </a:lnSpc>
              <a:spcBef>
                <a:spcPts val="0"/>
              </a:spcBef>
              <a:spcAft>
                <a:spcPts val="0"/>
              </a:spcAft>
              <a:buSzPts val="700"/>
              <a:buNone/>
              <a:defRPr sz="935"/>
            </a:lvl2pPr>
            <a:lvl3pPr lvl="2" rtl="0">
              <a:lnSpc>
                <a:spcPct val="100000"/>
              </a:lnSpc>
              <a:spcBef>
                <a:spcPts val="0"/>
              </a:spcBef>
              <a:spcAft>
                <a:spcPts val="0"/>
              </a:spcAft>
              <a:buSzPts val="700"/>
              <a:buNone/>
              <a:defRPr sz="935"/>
            </a:lvl3pPr>
            <a:lvl4pPr lvl="3" rtl="0">
              <a:lnSpc>
                <a:spcPct val="100000"/>
              </a:lnSpc>
              <a:spcBef>
                <a:spcPts val="0"/>
              </a:spcBef>
              <a:spcAft>
                <a:spcPts val="0"/>
              </a:spcAft>
              <a:buSzPts val="700"/>
              <a:buNone/>
              <a:defRPr sz="935"/>
            </a:lvl4pPr>
            <a:lvl5pPr lvl="4" rtl="0">
              <a:lnSpc>
                <a:spcPct val="100000"/>
              </a:lnSpc>
              <a:spcBef>
                <a:spcPts val="0"/>
              </a:spcBef>
              <a:spcAft>
                <a:spcPts val="0"/>
              </a:spcAft>
              <a:buSzPts val="700"/>
              <a:buNone/>
              <a:defRPr sz="935"/>
            </a:lvl5pPr>
            <a:lvl6pPr lvl="5" rtl="0">
              <a:lnSpc>
                <a:spcPct val="100000"/>
              </a:lnSpc>
              <a:spcBef>
                <a:spcPts val="0"/>
              </a:spcBef>
              <a:spcAft>
                <a:spcPts val="0"/>
              </a:spcAft>
              <a:buSzPts val="700"/>
              <a:buNone/>
              <a:defRPr sz="935"/>
            </a:lvl6pPr>
            <a:lvl7pPr lvl="6" rtl="0">
              <a:lnSpc>
                <a:spcPct val="100000"/>
              </a:lnSpc>
              <a:spcBef>
                <a:spcPts val="0"/>
              </a:spcBef>
              <a:spcAft>
                <a:spcPts val="0"/>
              </a:spcAft>
              <a:buSzPts val="700"/>
              <a:buNone/>
              <a:defRPr sz="935"/>
            </a:lvl7pPr>
            <a:lvl8pPr lvl="7" rtl="0">
              <a:lnSpc>
                <a:spcPct val="100000"/>
              </a:lnSpc>
              <a:spcBef>
                <a:spcPts val="0"/>
              </a:spcBef>
              <a:spcAft>
                <a:spcPts val="0"/>
              </a:spcAft>
              <a:buSzPts val="700"/>
              <a:buNone/>
              <a:defRPr sz="935"/>
            </a:lvl8pPr>
            <a:lvl9pPr lvl="8" rtl="0">
              <a:lnSpc>
                <a:spcPct val="100000"/>
              </a:lnSpc>
              <a:spcBef>
                <a:spcPts val="0"/>
              </a:spcBef>
              <a:spcAft>
                <a:spcPts val="0"/>
              </a:spcAft>
              <a:buSzPts val="700"/>
              <a:buNone/>
              <a:defRPr sz="935"/>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Contact">
  <p:cSld name="Contact">
    <p:bg>
      <p:bgPr>
        <a:blipFill>
          <a:blip r:embed="rId2"/>
          <a:stretch>
            <a:fillRect/>
          </a:stretch>
        </a:blipFill>
        <a:effectLst/>
      </p:bgPr>
    </p:bg>
    <p:spTree>
      <p:nvGrpSpPr>
        <p:cNvPr id="1" name="Shape 162"/>
        <p:cNvGrpSpPr/>
        <p:nvPr/>
      </p:nvGrpSpPr>
      <p:grpSpPr>
        <a:xfrm>
          <a:off x="0" y="0"/>
          <a:ext cx="0" cy="0"/>
          <a:chOff x="0" y="0"/>
          <a:chExt cx="0" cy="0"/>
        </a:xfrm>
      </p:grpSpPr>
      <p:sp>
        <p:nvSpPr>
          <p:cNvPr id="163" name="Google Shape;163;p23"/>
          <p:cNvSpPr txBox="1">
            <a:spLocks noGrp="1"/>
          </p:cNvSpPr>
          <p:nvPr>
            <p:ph type="title"/>
          </p:nvPr>
        </p:nvSpPr>
        <p:spPr>
          <a:xfrm>
            <a:off x="1172835" y="3162267"/>
            <a:ext cx="4902000" cy="1800000"/>
          </a:xfrm>
          <a:prstGeom prst="rect">
            <a:avLst/>
          </a:prstGeom>
          <a:noFill/>
          <a:ln>
            <a:noFill/>
          </a:ln>
        </p:spPr>
        <p:txBody>
          <a:bodyPr spcFirstLastPara="1" wrap="square" lIns="68575" tIns="34275" rIns="68575" bIns="34275" anchor="t" anchorCtr="0">
            <a:noAutofit/>
          </a:bodyPr>
          <a:lstStyle>
            <a:lvl1pPr lvl="0" algn="l">
              <a:lnSpc>
                <a:spcPct val="100000"/>
              </a:lnSpc>
              <a:spcBef>
                <a:spcPts val="0"/>
              </a:spcBef>
              <a:spcAft>
                <a:spcPts val="0"/>
              </a:spcAft>
              <a:buClr>
                <a:schemeClr val="lt1"/>
              </a:buClr>
              <a:buSzPts val="2500"/>
              <a:buFont typeface="Encode Sans Expanded"/>
              <a:buNone/>
              <a:defRPr sz="3335" b="0">
                <a:solidFill>
                  <a:schemeClr val="lt1"/>
                </a:solidFill>
                <a:latin typeface="Encode Sans Expanded"/>
                <a:ea typeface="Encode Sans Expanded"/>
                <a:cs typeface="Encode Sans Expanded"/>
                <a:sym typeface="Encode Sans Expanded"/>
              </a:defRPr>
            </a:lvl1pPr>
            <a:lvl2pPr lvl="1">
              <a:lnSpc>
                <a:spcPct val="100000"/>
              </a:lnSpc>
              <a:spcBef>
                <a:spcPts val="0"/>
              </a:spcBef>
              <a:spcAft>
                <a:spcPts val="0"/>
              </a:spcAft>
              <a:buSzPts val="2500"/>
              <a:buNone/>
              <a:defRPr sz="3335"/>
            </a:lvl2pPr>
            <a:lvl3pPr lvl="2">
              <a:lnSpc>
                <a:spcPct val="100000"/>
              </a:lnSpc>
              <a:spcBef>
                <a:spcPts val="0"/>
              </a:spcBef>
              <a:spcAft>
                <a:spcPts val="0"/>
              </a:spcAft>
              <a:buSzPts val="2500"/>
              <a:buNone/>
              <a:defRPr sz="3335"/>
            </a:lvl3pPr>
            <a:lvl4pPr lvl="3">
              <a:lnSpc>
                <a:spcPct val="100000"/>
              </a:lnSpc>
              <a:spcBef>
                <a:spcPts val="0"/>
              </a:spcBef>
              <a:spcAft>
                <a:spcPts val="0"/>
              </a:spcAft>
              <a:buSzPts val="2500"/>
              <a:buNone/>
              <a:defRPr sz="3335"/>
            </a:lvl4pPr>
            <a:lvl5pPr lvl="4">
              <a:lnSpc>
                <a:spcPct val="100000"/>
              </a:lnSpc>
              <a:spcBef>
                <a:spcPts val="0"/>
              </a:spcBef>
              <a:spcAft>
                <a:spcPts val="0"/>
              </a:spcAft>
              <a:buSzPts val="2500"/>
              <a:buNone/>
              <a:defRPr sz="3335"/>
            </a:lvl5pPr>
            <a:lvl6pPr lvl="5">
              <a:lnSpc>
                <a:spcPct val="100000"/>
              </a:lnSpc>
              <a:spcBef>
                <a:spcPts val="0"/>
              </a:spcBef>
              <a:spcAft>
                <a:spcPts val="0"/>
              </a:spcAft>
              <a:buSzPts val="2500"/>
              <a:buNone/>
              <a:defRPr sz="3335"/>
            </a:lvl6pPr>
            <a:lvl7pPr lvl="6">
              <a:lnSpc>
                <a:spcPct val="100000"/>
              </a:lnSpc>
              <a:spcBef>
                <a:spcPts val="0"/>
              </a:spcBef>
              <a:spcAft>
                <a:spcPts val="0"/>
              </a:spcAft>
              <a:buSzPts val="2500"/>
              <a:buNone/>
              <a:defRPr sz="3335"/>
            </a:lvl7pPr>
            <a:lvl8pPr lvl="7">
              <a:lnSpc>
                <a:spcPct val="100000"/>
              </a:lnSpc>
              <a:spcBef>
                <a:spcPts val="0"/>
              </a:spcBef>
              <a:spcAft>
                <a:spcPts val="0"/>
              </a:spcAft>
              <a:buSzPts val="2500"/>
              <a:buNone/>
              <a:defRPr sz="3335"/>
            </a:lvl8pPr>
            <a:lvl9pPr lvl="8">
              <a:lnSpc>
                <a:spcPct val="100000"/>
              </a:lnSpc>
              <a:spcBef>
                <a:spcPts val="0"/>
              </a:spcBef>
              <a:spcAft>
                <a:spcPts val="0"/>
              </a:spcAft>
              <a:buSzPts val="2500"/>
              <a:buNone/>
              <a:defRPr sz="3335"/>
            </a:lvl9pPr>
          </a:lstStyle>
          <a:p/>
        </p:txBody>
      </p:sp>
      <p:sp>
        <p:nvSpPr>
          <p:cNvPr id="164" name="Google Shape;164;p23"/>
          <p:cNvSpPr txBox="1">
            <a:spLocks noGrp="1"/>
          </p:cNvSpPr>
          <p:nvPr>
            <p:ph type="body" idx="1"/>
          </p:nvPr>
        </p:nvSpPr>
        <p:spPr>
          <a:xfrm>
            <a:off x="1172821" y="5028859"/>
            <a:ext cx="4320000" cy="1296000"/>
          </a:xfrm>
          <a:prstGeom prst="rect">
            <a:avLst/>
          </a:prstGeom>
          <a:noFill/>
          <a:ln>
            <a:noFill/>
          </a:ln>
        </p:spPr>
        <p:txBody>
          <a:bodyPr spcFirstLastPara="1" wrap="square" lIns="68575" tIns="34275" rIns="68575" bIns="34275" anchor="t" anchorCtr="0">
            <a:noAutofit/>
          </a:bodyPr>
          <a:lstStyle>
            <a:lvl1pPr marL="609600" lvl="0" indent="-304800" algn="l">
              <a:lnSpc>
                <a:spcPct val="100000"/>
              </a:lnSpc>
              <a:spcBef>
                <a:spcPts val="0"/>
              </a:spcBef>
              <a:spcAft>
                <a:spcPts val="0"/>
              </a:spcAft>
              <a:buClr>
                <a:schemeClr val="lt1"/>
              </a:buClr>
              <a:buSzPts val="750"/>
              <a:buNone/>
              <a:defRPr sz="1000">
                <a:solidFill>
                  <a:schemeClr val="lt1"/>
                </a:solidFill>
              </a:defRPr>
            </a:lvl1pPr>
            <a:lvl2pPr marL="1219200" lvl="1" indent="-304800" algn="l">
              <a:lnSpc>
                <a:spcPct val="100000"/>
              </a:lnSpc>
              <a:spcBef>
                <a:spcPts val="0"/>
              </a:spcBef>
              <a:spcAft>
                <a:spcPts val="0"/>
              </a:spcAft>
              <a:buClr>
                <a:schemeClr val="lt1"/>
              </a:buClr>
              <a:buSzPts val="750"/>
              <a:buNone/>
              <a:defRPr sz="1000">
                <a:solidFill>
                  <a:schemeClr val="lt1"/>
                </a:solidFill>
              </a:defRPr>
            </a:lvl2pPr>
            <a:lvl3pPr marL="1828800" lvl="2" indent="-304800" algn="l">
              <a:lnSpc>
                <a:spcPct val="100000"/>
              </a:lnSpc>
              <a:spcBef>
                <a:spcPts val="665"/>
              </a:spcBef>
              <a:spcAft>
                <a:spcPts val="0"/>
              </a:spcAft>
              <a:buClr>
                <a:schemeClr val="lt1"/>
              </a:buClr>
              <a:buSzPts val="750"/>
              <a:buNone/>
              <a:defRPr sz="1000">
                <a:solidFill>
                  <a:schemeClr val="lt1"/>
                </a:solidFill>
              </a:defRPr>
            </a:lvl3pPr>
            <a:lvl4pPr marL="2438400" lvl="3" indent="-304800" algn="l">
              <a:lnSpc>
                <a:spcPct val="100000"/>
              </a:lnSpc>
              <a:spcBef>
                <a:spcPts val="400"/>
              </a:spcBef>
              <a:spcAft>
                <a:spcPts val="0"/>
              </a:spcAft>
              <a:buClr>
                <a:schemeClr val="lt1"/>
              </a:buClr>
              <a:buSzPts val="750"/>
              <a:buNone/>
              <a:defRPr sz="1000">
                <a:solidFill>
                  <a:schemeClr val="lt1"/>
                </a:solidFill>
              </a:defRPr>
            </a:lvl4pPr>
            <a:lvl5pPr marL="3048000" lvl="4" indent="-368300" algn="l">
              <a:lnSpc>
                <a:spcPct val="100000"/>
              </a:lnSpc>
              <a:spcBef>
                <a:spcPts val="400"/>
              </a:spcBef>
              <a:spcAft>
                <a:spcPts val="0"/>
              </a:spcAft>
              <a:buClr>
                <a:schemeClr val="lt1"/>
              </a:buClr>
              <a:buSzPts val="750"/>
              <a:buChar char="•"/>
              <a:defRPr sz="1000">
                <a:solidFill>
                  <a:schemeClr val="lt1"/>
                </a:solidFill>
              </a:defRPr>
            </a:lvl5pPr>
            <a:lvl6pPr marL="3657600" lvl="5" indent="-368300" algn="l">
              <a:lnSpc>
                <a:spcPct val="100000"/>
              </a:lnSpc>
              <a:spcBef>
                <a:spcPts val="400"/>
              </a:spcBef>
              <a:spcAft>
                <a:spcPts val="0"/>
              </a:spcAft>
              <a:buClr>
                <a:schemeClr val="dk1"/>
              </a:buClr>
              <a:buSzPts val="750"/>
              <a:buChar char="•"/>
              <a:defRPr sz="1000"/>
            </a:lvl6pPr>
            <a:lvl7pPr marL="4267200" lvl="6" indent="-368300" algn="l">
              <a:lnSpc>
                <a:spcPct val="100000"/>
              </a:lnSpc>
              <a:spcBef>
                <a:spcPts val="400"/>
              </a:spcBef>
              <a:spcAft>
                <a:spcPts val="0"/>
              </a:spcAft>
              <a:buClr>
                <a:schemeClr val="dk1"/>
              </a:buClr>
              <a:buSzPts val="750"/>
              <a:buChar char="•"/>
              <a:defRPr sz="1000"/>
            </a:lvl7pPr>
            <a:lvl8pPr marL="4876800" lvl="7" indent="-368300" algn="l">
              <a:lnSpc>
                <a:spcPct val="100000"/>
              </a:lnSpc>
              <a:spcBef>
                <a:spcPts val="400"/>
              </a:spcBef>
              <a:spcAft>
                <a:spcPts val="0"/>
              </a:spcAft>
              <a:buClr>
                <a:schemeClr val="dk1"/>
              </a:buClr>
              <a:buSzPts val="750"/>
              <a:buChar char="•"/>
              <a:defRPr sz="1000"/>
            </a:lvl8pPr>
            <a:lvl9pPr marL="5486400" lvl="8" indent="-368300" algn="l">
              <a:lnSpc>
                <a:spcPct val="100000"/>
              </a:lnSpc>
              <a:spcBef>
                <a:spcPts val="400"/>
              </a:spcBef>
              <a:spcAft>
                <a:spcPts val="0"/>
              </a:spcAft>
              <a:buClr>
                <a:schemeClr val="dk1"/>
              </a:buClr>
              <a:buSzPts val="750"/>
              <a:buChar char="•"/>
              <a:defRPr sz="1000"/>
            </a:lvl9pPr>
          </a:lstStyle>
          <a:p/>
        </p:txBody>
      </p:sp>
      <p:sp>
        <p:nvSpPr>
          <p:cNvPr id="165" name="Google Shape;165;p23"/>
          <p:cNvSpPr txBox="1">
            <a:spLocks noGrp="1"/>
          </p:cNvSpPr>
          <p:nvPr>
            <p:ph type="sldNum" idx="12"/>
          </p:nvPr>
        </p:nvSpPr>
        <p:spPr>
          <a:xfrm>
            <a:off x="11409045" y="6333135"/>
            <a:ext cx="731600" cy="524800"/>
          </a:xfrm>
          <a:prstGeom prst="rect">
            <a:avLst/>
          </a:prstGeom>
        </p:spPr>
        <p:txBody>
          <a:bodyPr spcFirstLastPara="1" wrap="square" lIns="68575" tIns="34275" rIns="68575" bIns="34275" anchor="t" anchorCtr="0">
            <a:noAutofit/>
          </a:bodyPr>
          <a:lstStyle>
            <a:lvl1pPr lvl="0">
              <a:buNone/>
              <a:defRPr sz="1735">
                <a:solidFill>
                  <a:schemeClr val="lt1"/>
                </a:solidFill>
              </a:defRPr>
            </a:lvl1pPr>
            <a:lvl2pPr lvl="1">
              <a:buNone/>
              <a:defRPr sz="1735">
                <a:solidFill>
                  <a:schemeClr val="lt1"/>
                </a:solidFill>
              </a:defRPr>
            </a:lvl2pPr>
            <a:lvl3pPr lvl="2">
              <a:buNone/>
              <a:defRPr sz="1735">
                <a:solidFill>
                  <a:schemeClr val="lt1"/>
                </a:solidFill>
              </a:defRPr>
            </a:lvl3pPr>
            <a:lvl4pPr lvl="3">
              <a:buNone/>
              <a:defRPr sz="1735">
                <a:solidFill>
                  <a:schemeClr val="lt1"/>
                </a:solidFill>
              </a:defRPr>
            </a:lvl4pPr>
            <a:lvl5pPr lvl="4">
              <a:buNone/>
              <a:defRPr sz="1735">
                <a:solidFill>
                  <a:schemeClr val="lt1"/>
                </a:solidFill>
              </a:defRPr>
            </a:lvl5pPr>
            <a:lvl6pPr lvl="5">
              <a:buNone/>
              <a:defRPr sz="1735">
                <a:solidFill>
                  <a:schemeClr val="lt1"/>
                </a:solidFill>
              </a:defRPr>
            </a:lvl6pPr>
            <a:lvl7pPr lvl="6">
              <a:buNone/>
              <a:defRPr sz="1735">
                <a:solidFill>
                  <a:schemeClr val="lt1"/>
                </a:solidFill>
              </a:defRPr>
            </a:lvl7pPr>
            <a:lvl8pPr lvl="7">
              <a:buNone/>
              <a:defRPr sz="1735">
                <a:solidFill>
                  <a:schemeClr val="lt1"/>
                </a:solidFill>
              </a:defRPr>
            </a:lvl8pPr>
            <a:lvl9pPr lvl="8">
              <a:buNone/>
              <a:defRPr sz="1735">
                <a:solidFill>
                  <a:schemeClr val="lt1"/>
                </a:solidFill>
              </a:defRPr>
            </a:lvl9pPr>
          </a:lstStyle>
          <a:p>
            <a:fld id="{00000000-1234-1234-1234-123412341234}"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591FDB-75D2-4FCE-867C-527A00E189E1}"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66B9BD-3EDA-4D7F-9B8C-B0A866D74E5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1.xml"/><Relationship Id="rId4" Type="http://schemas.openxmlformats.org/officeDocument/2006/relationships/image" Target="../media/image6.png"/><Relationship Id="rId3" Type="http://schemas.openxmlformats.org/officeDocument/2006/relationships/image" Target="../media/image5.png"/><Relationship Id="rId2" Type="http://schemas.microsoft.com/office/2007/relationships/hdphoto" Target="../media/image4.wdp"/><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png"/><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BEBA8EAE-BF5A-486C-A8C5-ECC9F3942E4B}">
                <a14:imgProps xmlns:a14="http://schemas.microsoft.com/office/drawing/2010/main">
                  <a14:imgLayer r:embed="rId2">
                    <a14:imgEffect>
                      <a14:brightnessContrast bright="15000"/>
                    </a14:imgEffect>
                  </a14:imgLayer>
                </a14:imgProps>
              </a:ext>
            </a:extLst>
          </a:blip>
          <a:srcRect l="37493"/>
          <a:stretch>
            <a:fillRect/>
          </a:stretch>
        </p:blipFill>
        <p:spPr>
          <a:xfrm>
            <a:off x="0" y="-21590"/>
            <a:ext cx="12192000" cy="6879590"/>
          </a:xfrm>
          <a:prstGeom prst="rect">
            <a:avLst/>
          </a:prstGeom>
        </p:spPr>
      </p:pic>
      <p:sp>
        <p:nvSpPr>
          <p:cNvPr id="20" name="矩形 19"/>
          <p:cNvSpPr/>
          <p:nvPr/>
        </p:nvSpPr>
        <p:spPr>
          <a:xfrm rot="5400000" flipH="1">
            <a:off x="3831848" y="-955298"/>
            <a:ext cx="4059992" cy="8675687"/>
          </a:xfrm>
          <a:prstGeom prst="rect">
            <a:avLst/>
          </a:prstGeom>
        </p:spPr>
        <p:style>
          <a:lnRef idx="0">
            <a:srgbClr val="FFFFFF"/>
          </a:lnRef>
          <a:fillRef idx="1">
            <a:schemeClr val="accent1"/>
          </a:fillRef>
          <a:effectRef idx="0">
            <a:srgbClr val="FFFFFF"/>
          </a:effectRef>
          <a:fontRef idx="minor">
            <a:schemeClr val="lt1"/>
          </a:fontRef>
        </p:style>
        <p:txBody>
          <a:bodyPr rtlCol="0" anchor="ctr"/>
          <a:lstStyle/>
          <a:p>
            <a:pPr algn="ctr"/>
            <a:endParaRPr kumimoji="1" lang="zh-CN" altLang="en-US"/>
          </a:p>
        </p:txBody>
      </p:sp>
      <p:sp>
        <p:nvSpPr>
          <p:cNvPr id="12" name="文本框 11"/>
          <p:cNvSpPr txBox="1"/>
          <p:nvPr/>
        </p:nvSpPr>
        <p:spPr>
          <a:xfrm>
            <a:off x="2639695" y="2558415"/>
            <a:ext cx="7759065" cy="1198880"/>
          </a:xfrm>
          <a:prstGeom prst="rect">
            <a:avLst/>
          </a:prstGeom>
          <a:noFill/>
        </p:spPr>
        <p:txBody>
          <a:bodyPr wrap="square">
            <a:spAutoFit/>
          </a:bodyPr>
          <a:lstStyle/>
          <a:p>
            <a:r>
              <a:rPr lang="en-US" sz="3600" dirty="0">
                <a:solidFill>
                  <a:schemeClr val="bg1"/>
                </a:solidFill>
                <a:sym typeface="+mn-ea"/>
              </a:rPr>
              <a:t>DT – F16 Ram Sports Truck </a:t>
            </a:r>
            <a:br>
              <a:rPr lang="en-US" sz="3600" dirty="0">
                <a:solidFill>
                  <a:schemeClr val="bg1"/>
                </a:solidFill>
                <a:sym typeface="+mn-ea"/>
              </a:rPr>
            </a:br>
            <a:r>
              <a:rPr lang="en-US" sz="3600" dirty="0">
                <a:solidFill>
                  <a:schemeClr val="bg1"/>
                </a:solidFill>
                <a:sym typeface="+mn-ea"/>
              </a:rPr>
              <a:t>End Cap (SPAT) Development – Mopar </a:t>
            </a:r>
            <a:endParaRPr lang="en-US" altLang="zh-CN" sz="3600" dirty="0">
              <a:solidFill>
                <a:schemeClr val="bg1"/>
              </a:solidFill>
              <a:latin typeface="微软雅黑" panose="020B0503020204020204" charset="-122"/>
              <a:ea typeface="微软雅黑" panose="020B0503020204020204" charset="-122"/>
              <a:sym typeface="+mn-ea"/>
            </a:endParaRPr>
          </a:p>
        </p:txBody>
      </p:sp>
      <p:sp>
        <p:nvSpPr>
          <p:cNvPr id="14" name="文本框 13"/>
          <p:cNvSpPr txBox="1"/>
          <p:nvPr/>
        </p:nvSpPr>
        <p:spPr>
          <a:xfrm>
            <a:off x="2639695" y="4292600"/>
            <a:ext cx="2461260" cy="1188085"/>
          </a:xfrm>
          <a:prstGeom prst="rect">
            <a:avLst/>
          </a:prstGeom>
          <a:noFill/>
        </p:spPr>
        <p:txBody>
          <a:bodyPr wrap="square">
            <a:noAutofit/>
          </a:bodyPr>
          <a:lstStyle/>
          <a:p>
            <a:r>
              <a:rPr lang="en-US" altLang="zh-CN" sz="2000" dirty="0">
                <a:solidFill>
                  <a:schemeClr val="bg1"/>
                </a:solidFill>
                <a:latin typeface="微软雅黑" panose="020B0503020204020204" charset="-122"/>
                <a:ea typeface="微软雅黑" panose="020B0503020204020204" charset="-122"/>
              </a:rPr>
              <a:t>BY JINRONG</a:t>
            </a:r>
            <a:endParaRPr lang="en-US" altLang="zh-CN" sz="2000" dirty="0">
              <a:solidFill>
                <a:schemeClr val="bg1"/>
              </a:solidFill>
              <a:latin typeface="微软雅黑" panose="020B0503020204020204" charset="-122"/>
              <a:ea typeface="微软雅黑" panose="020B0503020204020204" charset="-122"/>
            </a:endParaRPr>
          </a:p>
          <a:p>
            <a:endParaRPr lang="en-US" altLang="zh-CN" sz="2000" dirty="0">
              <a:solidFill>
                <a:schemeClr val="bg1"/>
              </a:solidFill>
              <a:latin typeface="微软雅黑" panose="020B0503020204020204" charset="-122"/>
              <a:ea typeface="微软雅黑" panose="020B0503020204020204" charset="-122"/>
            </a:endParaRPr>
          </a:p>
        </p:txBody>
      </p:sp>
      <p:cxnSp>
        <p:nvCxnSpPr>
          <p:cNvPr id="8" name="直线连接符 7"/>
          <p:cNvCxnSpPr/>
          <p:nvPr/>
        </p:nvCxnSpPr>
        <p:spPr>
          <a:xfrm>
            <a:off x="2495472" y="2460212"/>
            <a:ext cx="0" cy="1728192"/>
          </a:xfrm>
          <a:prstGeom prst="line">
            <a:avLst/>
          </a:prstGeom>
          <a:ln w="25400">
            <a:solidFill>
              <a:schemeClr val="bg1"/>
            </a:solidFill>
          </a:ln>
        </p:spPr>
        <p:style>
          <a:lnRef idx="2">
            <a:schemeClr val="accent1"/>
          </a:lnRef>
          <a:fillRef idx="0">
            <a:schemeClr val="accent1"/>
          </a:fillRef>
          <a:effectRef idx="1">
            <a:schemeClr val="accent1"/>
          </a:effectRef>
          <a:fontRef idx="minor">
            <a:schemeClr val="tx1"/>
          </a:fontRef>
        </p:style>
      </p:cxnSp>
      <p:pic>
        <p:nvPicPr>
          <p:cNvPr id="15" name="图片 14" descr="文本&#10;&#10;AI 生成的内容可能不正确。"/>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6201" y="486526"/>
            <a:ext cx="2303488" cy="554636"/>
          </a:xfrm>
          <a:prstGeom prst="rect">
            <a:avLst/>
          </a:prstGeom>
        </p:spPr>
      </p:pic>
      <p:pic>
        <p:nvPicPr>
          <p:cNvPr id="2" name="图片 1" descr="企业微信截图_1743576787267"/>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7896860" y="476885"/>
            <a:ext cx="597535" cy="55626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PRODUCT DEFINITION AND SCOPE OF DESIGN &amp; SUPPLY</a:t>
            </a:r>
            <a:endParaRPr lang="en-US" dirty="0"/>
          </a:p>
        </p:txBody>
      </p:sp>
      <p:pic>
        <p:nvPicPr>
          <p:cNvPr id="1032"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80373" y="1019861"/>
            <a:ext cx="2819357" cy="174593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0373" y="3614908"/>
            <a:ext cx="2819357" cy="184833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p:cNvGraphicFramePr>
            <a:graphicFrameLocks noGrp="1"/>
          </p:cNvGraphicFramePr>
          <p:nvPr/>
        </p:nvGraphicFramePr>
        <p:xfrm>
          <a:off x="113374" y="1226486"/>
          <a:ext cx="8591642" cy="4632153"/>
        </p:xfrm>
        <a:graphic>
          <a:graphicData uri="http://schemas.openxmlformats.org/drawingml/2006/table">
            <a:tbl>
              <a:tblPr firstRow="1" bandRow="1">
                <a:tableStyleId>{5C22544A-7EE6-4342-B048-85BDC9FD1C3A}</a:tableStyleId>
              </a:tblPr>
              <a:tblGrid>
                <a:gridCol w="2901090"/>
                <a:gridCol w="5690552"/>
              </a:tblGrid>
              <a:tr h="362907">
                <a:tc>
                  <a:txBody>
                    <a:bodyPr/>
                    <a:lstStyle/>
                    <a:p>
                      <a:r>
                        <a:rPr lang="en-US" dirty="0"/>
                        <a:t>ITEM</a:t>
                      </a:r>
                      <a:endParaRPr lang="en-US" dirty="0"/>
                    </a:p>
                  </a:txBody>
                  <a:tcPr/>
                </a:tc>
                <a:tc>
                  <a:txBody>
                    <a:bodyPr/>
                    <a:lstStyle/>
                    <a:p>
                      <a:r>
                        <a:rPr lang="en-US" dirty="0"/>
                        <a:t>DETAILS</a:t>
                      </a:r>
                      <a:endParaRPr lang="en-US" dirty="0"/>
                    </a:p>
                  </a:txBody>
                  <a:tcPr/>
                </a:tc>
              </a:tr>
              <a:tr h="362907">
                <a:tc>
                  <a:txBody>
                    <a:bodyPr/>
                    <a:lstStyle/>
                    <a:p>
                      <a:r>
                        <a:rPr lang="en-US" dirty="0"/>
                        <a:t>Part Name</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Spat Kit Right &amp; Left - Primed finish, ready for paint.</a:t>
                      </a:r>
                      <a:endParaRPr lang="en-US" dirty="0"/>
                    </a:p>
                  </a:txBody>
                  <a:tcPr/>
                </a:tc>
              </a:tr>
              <a:tr h="362907">
                <a:tc>
                  <a:txBody>
                    <a:bodyPr/>
                    <a:lstStyle/>
                    <a:p>
                      <a:r>
                        <a:rPr lang="en-US" dirty="0"/>
                        <a:t>New Part Number </a:t>
                      </a:r>
                      <a:endParaRPr lang="en-US" dirty="0"/>
                    </a:p>
                  </a:txBody>
                  <a:tcPr/>
                </a:tc>
                <a:tc>
                  <a:txBody>
                    <a:bodyPr/>
                    <a:lstStyle/>
                    <a:p>
                      <a:r>
                        <a:rPr lang="en-US" sz="1800" b="0" i="0" kern="1200" dirty="0">
                          <a:solidFill>
                            <a:schemeClr val="dk1"/>
                          </a:solidFill>
                          <a:effectLst/>
                          <a:latin typeface="+mn-lt"/>
                          <a:ea typeface="+mn-ea"/>
                          <a:cs typeface="+mn-cs"/>
                        </a:rPr>
                        <a:t>82219733AA</a:t>
                      </a:r>
                      <a:endParaRPr lang="en-US" dirty="0"/>
                    </a:p>
                  </a:txBody>
                  <a:tcPr/>
                </a:tc>
              </a:tr>
              <a:tr h="940544">
                <a:tc>
                  <a:txBody>
                    <a:bodyPr/>
                    <a:lstStyle/>
                    <a:p>
                      <a:r>
                        <a:rPr lang="en-US" dirty="0"/>
                        <a:t>Vehicle &amp; MYI-MYO</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DT Sports Truck with front Bumper (Sales Code MCE)</a:t>
                      </a:r>
                      <a:endParaRPr lang="en-US" dirty="0"/>
                    </a:p>
                    <a:p>
                      <a:r>
                        <a:rPr lang="en-US" dirty="0"/>
                        <a:t>Stage 1 (5.7L) &amp; Stage 2A (6.4L) base</a:t>
                      </a:r>
                      <a:endParaRPr lang="en-US" dirty="0"/>
                    </a:p>
                    <a:p>
                      <a:r>
                        <a:rPr lang="en-US" dirty="0"/>
                        <a:t>MY 2027-2029</a:t>
                      </a:r>
                      <a:endParaRPr lang="en-US" dirty="0"/>
                    </a:p>
                  </a:txBody>
                  <a:tcPr/>
                </a:tc>
              </a:tr>
              <a:tr h="362907">
                <a:tc>
                  <a:txBody>
                    <a:bodyPr/>
                    <a:lstStyle/>
                    <a:p>
                      <a:r>
                        <a:rPr lang="en-US" dirty="0"/>
                        <a:t>Vehicle Application</a:t>
                      </a:r>
                      <a:endParaRPr lang="en-US" dirty="0"/>
                    </a:p>
                  </a:txBody>
                  <a:tcPr/>
                </a:tc>
                <a:tc>
                  <a:txBody>
                    <a:bodyPr/>
                    <a:lstStyle/>
                    <a:p>
                      <a:r>
                        <a:rPr lang="en-US" dirty="0"/>
                        <a:t>Appearance &amp; Performance</a:t>
                      </a:r>
                      <a:endParaRPr lang="en-US" dirty="0"/>
                    </a:p>
                  </a:txBody>
                  <a:tcPr/>
                </a:tc>
              </a:tr>
              <a:tr h="362907">
                <a:tc>
                  <a:txBody>
                    <a:bodyPr/>
                    <a:lstStyle/>
                    <a:p>
                      <a:r>
                        <a:rPr lang="en-US" dirty="0"/>
                        <a:t>Installation Location</a:t>
                      </a:r>
                      <a:endParaRPr lang="en-US" dirty="0"/>
                    </a:p>
                  </a:txBody>
                  <a:tcPr/>
                </a:tc>
                <a:tc>
                  <a:txBody>
                    <a:bodyPr/>
                    <a:lstStyle/>
                    <a:p>
                      <a:r>
                        <a:rPr lang="en-US" dirty="0"/>
                        <a:t>Front Bumper, right and left ends. At dealership – post sale</a:t>
                      </a:r>
                      <a:endParaRPr lang="en-US" dirty="0"/>
                    </a:p>
                  </a:txBody>
                  <a:tcPr/>
                </a:tc>
              </a:tr>
              <a:tr h="1332327">
                <a:tc>
                  <a:txBody>
                    <a:bodyPr/>
                    <a:lstStyle/>
                    <a:p>
                      <a:r>
                        <a:rPr lang="en-US" dirty="0"/>
                        <a:t>Material Grade &amp; Color Code &amp; Finish type &amp; Texture &amp; Color tolerance</a:t>
                      </a:r>
                      <a:endParaRPr lang="en-US" dirty="0"/>
                    </a:p>
                  </a:txBody>
                  <a:tcPr/>
                </a:tc>
                <a:tc>
                  <a:txBody>
                    <a:bodyPr/>
                    <a:lstStyle/>
                    <a:p>
                      <a:r>
                        <a:rPr lang="en-US" dirty="0"/>
                        <a:t>Spat: MS.50041 TPO (previously MS-DC-256) Type: C. CPN 4981. </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dirty="0"/>
                        <a:t>Bracket Support: MS.50041 LBI's </a:t>
                      </a:r>
                      <a:r>
                        <a:rPr lang="en-US" dirty="0" err="1"/>
                        <a:t>Hifax</a:t>
                      </a:r>
                      <a:r>
                        <a:rPr lang="en-US" dirty="0"/>
                        <a:t> TYC 1168P CPN 4998</a:t>
                      </a:r>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dirty="0"/>
                        <a:t>Sensor Bracket: MS.50041 LBI's </a:t>
                      </a:r>
                      <a:r>
                        <a:rPr lang="en-US" dirty="0" err="1"/>
                        <a:t>Hifax</a:t>
                      </a:r>
                      <a:r>
                        <a:rPr lang="en-US" dirty="0"/>
                        <a:t> TYC 1168P CPN 4981</a:t>
                      </a:r>
                      <a:endParaRPr lang="en-US" dirty="0"/>
                    </a:p>
                  </a:txBody>
                  <a:tcPr/>
                </a:tc>
              </a:tr>
              <a:tr h="530482">
                <a:tc>
                  <a:txBody>
                    <a:bodyPr/>
                    <a:lstStyle/>
                    <a:p>
                      <a:r>
                        <a:rPr lang="en-US" dirty="0"/>
                        <a:t>Annual Volume</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1,020</a:t>
                      </a:r>
                      <a:endParaRPr lang="en-US" dirty="0"/>
                    </a:p>
                  </a:txBody>
                  <a:tcPr/>
                </a:tc>
              </a:tr>
            </a:tbl>
          </a:graphicData>
        </a:graphic>
      </p:graphicFrame>
      <p:sp>
        <p:nvSpPr>
          <p:cNvPr id="3" name="TextBox 2"/>
          <p:cNvSpPr txBox="1"/>
          <p:nvPr/>
        </p:nvSpPr>
        <p:spPr>
          <a:xfrm>
            <a:off x="9484241" y="3086249"/>
            <a:ext cx="2309163" cy="369332"/>
          </a:xfrm>
          <a:prstGeom prst="rect">
            <a:avLst/>
          </a:prstGeom>
          <a:noFill/>
        </p:spPr>
        <p:txBody>
          <a:bodyPr wrap="square" rtlCol="0">
            <a:spAutoFit/>
          </a:bodyPr>
          <a:lstStyle/>
          <a:p>
            <a:r>
              <a:rPr lang="en-US" dirty="0"/>
              <a:t>Spat (light blue color)</a:t>
            </a:r>
            <a:endParaRPr lang="en-US" dirty="0"/>
          </a:p>
        </p:txBody>
      </p:sp>
      <p:cxnSp>
        <p:nvCxnSpPr>
          <p:cNvPr id="8" name="Straight Arrow Connector 7"/>
          <p:cNvCxnSpPr/>
          <p:nvPr/>
        </p:nvCxnSpPr>
        <p:spPr>
          <a:xfrm flipV="1">
            <a:off x="10366744" y="2668772"/>
            <a:ext cx="272078" cy="41747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3" idx="2"/>
          </p:cNvCxnSpPr>
          <p:nvPr/>
        </p:nvCxnSpPr>
        <p:spPr>
          <a:xfrm>
            <a:off x="10638823" y="3455581"/>
            <a:ext cx="554253" cy="145666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25126" y="857154"/>
            <a:ext cx="2975045" cy="369332"/>
          </a:xfrm>
          <a:prstGeom prst="rect">
            <a:avLst/>
          </a:prstGeom>
          <a:noFill/>
        </p:spPr>
        <p:txBody>
          <a:bodyPr wrap="none" rtlCol="0">
            <a:spAutoFit/>
          </a:bodyPr>
          <a:lstStyle/>
          <a:p>
            <a:r>
              <a:rPr lang="en-US" b="1" dirty="0"/>
              <a:t>Retail service part definition</a:t>
            </a:r>
            <a:endParaRPr lang="en-US"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PRODUCT DEFINITION AND SCOPE OF DESIGN &amp; SUPPLY</a:t>
            </a:r>
            <a:endParaRPr lang="en-US" dirty="0"/>
          </a:p>
        </p:txBody>
      </p:sp>
      <p:pic>
        <p:nvPicPr>
          <p:cNvPr id="1032"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80373" y="1019861"/>
            <a:ext cx="2819357" cy="174593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0373" y="3614908"/>
            <a:ext cx="2819357" cy="184833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p:cNvGraphicFramePr>
            <a:graphicFrameLocks noGrp="1"/>
          </p:cNvGraphicFramePr>
          <p:nvPr/>
        </p:nvGraphicFramePr>
        <p:xfrm>
          <a:off x="113373" y="1226486"/>
          <a:ext cx="8770539" cy="5577840"/>
        </p:xfrm>
        <a:graphic>
          <a:graphicData uri="http://schemas.openxmlformats.org/drawingml/2006/table">
            <a:tbl>
              <a:tblPr firstRow="1" bandRow="1">
                <a:tableStyleId>{5C22544A-7EE6-4342-B048-85BDC9FD1C3A}</a:tableStyleId>
              </a:tblPr>
              <a:tblGrid>
                <a:gridCol w="2187375"/>
                <a:gridCol w="6583164"/>
              </a:tblGrid>
              <a:tr h="362907">
                <a:tc>
                  <a:txBody>
                    <a:bodyPr/>
                    <a:lstStyle/>
                    <a:p>
                      <a:r>
                        <a:rPr lang="en-US" dirty="0"/>
                        <a:t>ITEM</a:t>
                      </a:r>
                      <a:endParaRPr lang="en-US" dirty="0"/>
                    </a:p>
                  </a:txBody>
                  <a:tcPr/>
                </a:tc>
                <a:tc>
                  <a:txBody>
                    <a:bodyPr/>
                    <a:lstStyle/>
                    <a:p>
                      <a:r>
                        <a:rPr lang="en-US" dirty="0"/>
                        <a:t>DETAILS</a:t>
                      </a:r>
                      <a:endParaRPr lang="en-US" dirty="0"/>
                    </a:p>
                  </a:txBody>
                  <a:tcPr/>
                </a:tc>
              </a:tr>
              <a:tr h="362907">
                <a:tc>
                  <a:txBody>
                    <a:bodyPr/>
                    <a:lstStyle/>
                    <a:p>
                      <a:r>
                        <a:rPr lang="en-US" dirty="0"/>
                        <a:t>Part Name</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Spat Kit Right &amp; Left – Painted, Body Color</a:t>
                      </a:r>
                      <a:endParaRPr lang="en-US" dirty="0"/>
                    </a:p>
                  </a:txBody>
                  <a:tcPr/>
                </a:tc>
              </a:tr>
              <a:tr h="362907">
                <a:tc>
                  <a:txBody>
                    <a:bodyPr/>
                    <a:lstStyle/>
                    <a:p>
                      <a:r>
                        <a:rPr lang="en-US" dirty="0"/>
                        <a:t>New Part Number </a:t>
                      </a:r>
                      <a:endParaRPr lang="en-US" dirty="0"/>
                    </a:p>
                    <a:p>
                      <a:endParaRPr lang="en-US" dirty="0"/>
                    </a:p>
                    <a:p>
                      <a:r>
                        <a:rPr lang="en-US" b="1" dirty="0"/>
                        <a:t>TOTAL = 3,060</a:t>
                      </a:r>
                      <a:endParaRPr lang="en-US" b="1" dirty="0"/>
                    </a:p>
                  </a:txBody>
                  <a:tcPr/>
                </a:tc>
                <a:tc>
                  <a: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txBody>
                  <a:tcPr/>
                </a:tc>
              </a:tr>
              <a:tr h="911047">
                <a:tc>
                  <a:txBody>
                    <a:bodyPr/>
                    <a:lstStyle/>
                    <a:p>
                      <a:r>
                        <a:rPr lang="en-US" dirty="0"/>
                        <a:t>Vehicle &amp; MYI-MYO</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DT Sports Truck with front Bumper (Sales Code MCE)</a:t>
                      </a:r>
                      <a:endParaRPr lang="en-US" dirty="0"/>
                    </a:p>
                    <a:p>
                      <a:r>
                        <a:rPr lang="en-US" dirty="0"/>
                        <a:t>Stage 1 (5.7L) &amp; Stage 2A (6.4L) base</a:t>
                      </a:r>
                      <a:endParaRPr lang="en-US" dirty="0"/>
                    </a:p>
                    <a:p>
                      <a:r>
                        <a:rPr lang="en-US" dirty="0"/>
                        <a:t>MY 2027-2029</a:t>
                      </a:r>
                      <a:endParaRPr lang="en-US" dirty="0"/>
                    </a:p>
                  </a:txBody>
                  <a:tcPr/>
                </a:tc>
              </a:tr>
              <a:tr h="362907">
                <a:tc>
                  <a:txBody>
                    <a:bodyPr/>
                    <a:lstStyle/>
                    <a:p>
                      <a:r>
                        <a:rPr lang="en-US" dirty="0"/>
                        <a:t>Vehicle Application</a:t>
                      </a:r>
                      <a:endParaRPr lang="en-US" dirty="0"/>
                    </a:p>
                  </a:txBody>
                  <a:tcPr/>
                </a:tc>
                <a:tc>
                  <a:txBody>
                    <a:bodyPr/>
                    <a:lstStyle/>
                    <a:p>
                      <a:r>
                        <a:rPr lang="en-US" dirty="0"/>
                        <a:t>Appearance &amp; Performance</a:t>
                      </a:r>
                      <a:endParaRPr lang="en-US" dirty="0"/>
                    </a:p>
                  </a:txBody>
                  <a:tcPr/>
                </a:tc>
              </a:tr>
              <a:tr h="631907">
                <a:tc>
                  <a:txBody>
                    <a:bodyPr/>
                    <a:lstStyle/>
                    <a:p>
                      <a:r>
                        <a:rPr lang="en-US" dirty="0"/>
                        <a:t>Installation Location</a:t>
                      </a:r>
                      <a:endParaRPr lang="en-US" dirty="0"/>
                    </a:p>
                  </a:txBody>
                  <a:tcPr/>
                </a:tc>
                <a:tc>
                  <a:txBody>
                    <a:bodyPr/>
                    <a:lstStyle/>
                    <a:p>
                      <a:r>
                        <a:rPr lang="en-US" dirty="0"/>
                        <a:t>Front Bumper, right and left ends.</a:t>
                      </a:r>
                      <a:endParaRPr lang="en-US" dirty="0"/>
                    </a:p>
                    <a:p>
                      <a:r>
                        <a:rPr lang="en-US" dirty="0"/>
                        <a:t>Part installed at UTM Custom Shop, Saltillo Mexico</a:t>
                      </a:r>
                      <a:endParaRPr lang="en-US" dirty="0"/>
                    </a:p>
                  </a:txBody>
                  <a:tcPr/>
                </a:tc>
              </a:tr>
              <a:tr h="281379">
                <a:tc>
                  <a:txBody>
                    <a:bodyPr/>
                    <a:lstStyle/>
                    <a:p>
                      <a:r>
                        <a:rPr lang="en-US" dirty="0"/>
                        <a:t>Material, Color, finish</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Same as </a:t>
                      </a:r>
                      <a:r>
                        <a:rPr lang="en-US" sz="1800" b="0" i="0" kern="1200" dirty="0">
                          <a:solidFill>
                            <a:schemeClr val="dk1"/>
                          </a:solidFill>
                          <a:effectLst/>
                          <a:latin typeface="+mn-lt"/>
                          <a:ea typeface="+mn-ea"/>
                          <a:cs typeface="+mn-cs"/>
                        </a:rPr>
                        <a:t>82219733AA but painted body color as per above</a:t>
                      </a:r>
                      <a:endParaRPr lang="en-US" dirty="0"/>
                    </a:p>
                  </a:txBody>
                  <a:tcPr/>
                </a:tc>
              </a:tr>
            </a:tbl>
          </a:graphicData>
        </a:graphic>
      </p:graphicFrame>
      <p:sp>
        <p:nvSpPr>
          <p:cNvPr id="3" name="TextBox 2"/>
          <p:cNvSpPr txBox="1"/>
          <p:nvPr/>
        </p:nvSpPr>
        <p:spPr>
          <a:xfrm>
            <a:off x="9484241" y="3086249"/>
            <a:ext cx="2309163" cy="369332"/>
          </a:xfrm>
          <a:prstGeom prst="rect">
            <a:avLst/>
          </a:prstGeom>
          <a:noFill/>
        </p:spPr>
        <p:txBody>
          <a:bodyPr wrap="square" rtlCol="0">
            <a:spAutoFit/>
          </a:bodyPr>
          <a:lstStyle/>
          <a:p>
            <a:r>
              <a:rPr lang="en-US" dirty="0"/>
              <a:t>Spat (light blue color)</a:t>
            </a:r>
            <a:endParaRPr lang="en-US" dirty="0"/>
          </a:p>
        </p:txBody>
      </p:sp>
      <p:cxnSp>
        <p:nvCxnSpPr>
          <p:cNvPr id="8" name="Straight Arrow Connector 7"/>
          <p:cNvCxnSpPr/>
          <p:nvPr/>
        </p:nvCxnSpPr>
        <p:spPr>
          <a:xfrm flipV="1">
            <a:off x="10366744" y="2668772"/>
            <a:ext cx="272078" cy="41747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3" idx="2"/>
          </p:cNvCxnSpPr>
          <p:nvPr/>
        </p:nvCxnSpPr>
        <p:spPr>
          <a:xfrm>
            <a:off x="10638823" y="3455581"/>
            <a:ext cx="554253" cy="145666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95630" y="857154"/>
            <a:ext cx="2948179" cy="369332"/>
          </a:xfrm>
          <a:prstGeom prst="rect">
            <a:avLst/>
          </a:prstGeom>
          <a:noFill/>
        </p:spPr>
        <p:txBody>
          <a:bodyPr wrap="none" rtlCol="0">
            <a:spAutoFit/>
          </a:bodyPr>
          <a:lstStyle/>
          <a:p>
            <a:r>
              <a:rPr lang="en-US" b="1" dirty="0"/>
              <a:t>Custom shop parts definition</a:t>
            </a:r>
            <a:endParaRPr lang="en-US" b="1" dirty="0"/>
          </a:p>
        </p:txBody>
      </p:sp>
      <p:graphicFrame>
        <p:nvGraphicFramePr>
          <p:cNvPr id="6" name="Table 5"/>
          <p:cNvGraphicFramePr>
            <a:graphicFrameLocks noGrp="1"/>
          </p:cNvGraphicFramePr>
          <p:nvPr/>
        </p:nvGraphicFramePr>
        <p:xfrm>
          <a:off x="3158485" y="2034273"/>
          <a:ext cx="5395579" cy="2331250"/>
        </p:xfrm>
        <a:graphic>
          <a:graphicData uri="http://schemas.openxmlformats.org/drawingml/2006/table">
            <a:tbl>
              <a:tblPr>
                <a:tableStyleId>{5C22544A-7EE6-4342-B048-85BDC9FD1C3A}</a:tableStyleId>
              </a:tblPr>
              <a:tblGrid>
                <a:gridCol w="1150805"/>
                <a:gridCol w="2905312"/>
                <a:gridCol w="1339462"/>
              </a:tblGrid>
              <a:tr h="291406">
                <a:tc>
                  <a:txBody>
                    <a:bodyPr/>
                    <a:lstStyle/>
                    <a:p>
                      <a:pPr algn="ctr" fontAlgn="b">
                        <a:buNone/>
                      </a:pPr>
                      <a:r>
                        <a:rPr lang="en-US" sz="1400" b="1" u="none" strike="noStrike" dirty="0">
                          <a:effectLst/>
                        </a:rPr>
                        <a:t>PN</a:t>
                      </a:r>
                      <a:endParaRPr lang="en-US" sz="1400" b="1"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buNone/>
                      </a:pPr>
                      <a:r>
                        <a:rPr lang="en-US" sz="1400" b="1" u="none" strike="noStrike" dirty="0">
                          <a:effectLst/>
                        </a:rPr>
                        <a:t>Description</a:t>
                      </a:r>
                      <a:endParaRPr lang="en-US" sz="1400" b="1"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b">
                        <a:buNone/>
                      </a:pPr>
                      <a:r>
                        <a:rPr lang="en-US" sz="1400" b="1" u="none" strike="noStrike" dirty="0">
                          <a:effectLst/>
                        </a:rPr>
                        <a:t>Annual volume</a:t>
                      </a:r>
                      <a:endParaRPr lang="en-US" sz="1400" b="1"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339974">
                <a:tc>
                  <a:txBody>
                    <a:bodyPr/>
                    <a:lstStyle/>
                    <a:p>
                      <a:pPr algn="ctr" rtl="0" fontAlgn="b">
                        <a:buNone/>
                      </a:pPr>
                      <a:r>
                        <a:rPr lang="en-US" sz="1400" u="none" strike="noStrike" dirty="0">
                          <a:effectLst/>
                        </a:rPr>
                        <a:t>68785495AA</a:t>
                      </a:r>
                      <a:endParaRPr lang="en-US" sz="14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buNone/>
                      </a:pPr>
                      <a:r>
                        <a:rPr lang="en-US" sz="1400" u="none" strike="noStrike" dirty="0">
                          <a:effectLst/>
                        </a:rPr>
                        <a:t>ZR6 - Molten Red Pearl Coat</a:t>
                      </a:r>
                      <a:endParaRPr lang="en-US" sz="1400" b="0" i="0" u="none" strike="noStrike" dirty="0">
                        <a:solidFill>
                          <a:srgbClr val="000000"/>
                        </a:solidFill>
                        <a:effectLst/>
                        <a:latin typeface="Segoe UI" panose="020B0502040204020203" pitchFamily="34" charset="0"/>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b">
                        <a:buNone/>
                      </a:pPr>
                      <a:r>
                        <a:rPr lang="en-US" sz="1400" u="none" strike="noStrike">
                          <a:effectLst/>
                        </a:rPr>
                        <a:t>520</a:t>
                      </a:r>
                      <a:endParaRPr lang="en-US" sz="1400" b="0" i="0" u="none" strike="noStrike">
                        <a:solidFill>
                          <a:srgbClr val="000000"/>
                        </a:solidFill>
                        <a:effectLst/>
                        <a:latin typeface="Aptos Narrow" panose="020B0004020202020204" pitchFamily="34" charset="0"/>
                      </a:endParaRPr>
                    </a:p>
                  </a:txBody>
                  <a:tcPr marL="7620" marR="7620" marT="762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339974">
                <a:tc>
                  <a:txBody>
                    <a:bodyPr/>
                    <a:lstStyle/>
                    <a:p>
                      <a:pPr algn="ctr" rtl="0" fontAlgn="b">
                        <a:buNone/>
                      </a:pPr>
                      <a:r>
                        <a:rPr lang="en-US" sz="1400" u="none" strike="noStrike" dirty="0">
                          <a:effectLst/>
                        </a:rPr>
                        <a:t>68785506AA</a:t>
                      </a:r>
                      <a:endParaRPr lang="en-US" sz="14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buNone/>
                      </a:pPr>
                      <a:r>
                        <a:rPr lang="en-US" sz="1400" u="none" strike="noStrike" dirty="0">
                          <a:effectLst/>
                        </a:rPr>
                        <a:t>ZG9 - Serrano Green Metallic</a:t>
                      </a:r>
                      <a:endParaRPr lang="en-US" sz="1400" b="0" i="0" u="none" strike="noStrike" dirty="0">
                        <a:solidFill>
                          <a:srgbClr val="000000"/>
                        </a:solidFill>
                        <a:effectLst/>
                        <a:latin typeface="Segoe UI" panose="020B0502040204020203" pitchFamily="34" charset="0"/>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b">
                        <a:buNone/>
                      </a:pPr>
                      <a:r>
                        <a:rPr lang="en-US" sz="1400" u="none" strike="noStrike" dirty="0">
                          <a:effectLst/>
                        </a:rPr>
                        <a:t>367</a:t>
                      </a:r>
                      <a:endParaRPr lang="en-US" sz="1400" b="0"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339974">
                <a:tc>
                  <a:txBody>
                    <a:bodyPr/>
                    <a:lstStyle/>
                    <a:p>
                      <a:pPr algn="ctr" rtl="0" fontAlgn="b">
                        <a:buNone/>
                      </a:pPr>
                      <a:r>
                        <a:rPr lang="en-US" sz="1400" u="none" strike="noStrike" dirty="0">
                          <a:effectLst/>
                        </a:rPr>
                        <a:t>68785507AA</a:t>
                      </a:r>
                      <a:endParaRPr lang="en-US" sz="14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buNone/>
                      </a:pPr>
                      <a:r>
                        <a:rPr lang="en-US" sz="1400" u="none" strike="noStrike" dirty="0">
                          <a:effectLst/>
                        </a:rPr>
                        <a:t>KXJ - Diamond Black Crystal</a:t>
                      </a:r>
                      <a:endParaRPr lang="en-US" sz="1400" b="0" i="0" u="none" strike="noStrike" dirty="0">
                        <a:solidFill>
                          <a:srgbClr val="000000"/>
                        </a:solidFill>
                        <a:effectLst/>
                        <a:latin typeface="Segoe UI" panose="020B0502040204020203" pitchFamily="34" charset="0"/>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b">
                        <a:buNone/>
                      </a:pPr>
                      <a:r>
                        <a:rPr lang="en-US" sz="1400" u="none" strike="noStrike">
                          <a:effectLst/>
                        </a:rPr>
                        <a:t>704</a:t>
                      </a:r>
                      <a:endParaRPr lang="en-US" sz="1400" b="0" i="0" u="none" strike="noStrike">
                        <a:solidFill>
                          <a:srgbClr val="000000"/>
                        </a:solidFill>
                        <a:effectLst/>
                        <a:latin typeface="Aptos Narrow" panose="020B0004020202020204" pitchFamily="34" charset="0"/>
                      </a:endParaRPr>
                    </a:p>
                  </a:txBody>
                  <a:tcPr marL="7620" marR="7620" marT="762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339974">
                <a:tc>
                  <a:txBody>
                    <a:bodyPr/>
                    <a:lstStyle/>
                    <a:p>
                      <a:pPr algn="ctr" rtl="0" fontAlgn="b">
                        <a:buNone/>
                      </a:pPr>
                      <a:r>
                        <a:rPr lang="en-US" sz="1400" u="none" strike="noStrike" dirty="0">
                          <a:effectLst/>
                        </a:rPr>
                        <a:t>68785508AA</a:t>
                      </a:r>
                      <a:endParaRPr lang="en-US" sz="14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buNone/>
                      </a:pPr>
                      <a:r>
                        <a:rPr lang="en-US" sz="1400" u="none" strike="noStrike" dirty="0">
                          <a:effectLst/>
                        </a:rPr>
                        <a:t>PDN - Ceramic Grey Clear Coat</a:t>
                      </a:r>
                      <a:endParaRPr lang="en-US" sz="1400" b="0" i="0" u="none" strike="noStrike" dirty="0">
                        <a:solidFill>
                          <a:srgbClr val="000000"/>
                        </a:solidFill>
                        <a:effectLst/>
                        <a:latin typeface="Segoe UI" panose="020B0502040204020203" pitchFamily="34" charset="0"/>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b">
                        <a:buNone/>
                      </a:pPr>
                      <a:r>
                        <a:rPr lang="en-US" sz="1400" u="none" strike="noStrike" dirty="0">
                          <a:effectLst/>
                        </a:rPr>
                        <a:t>581</a:t>
                      </a:r>
                      <a:endParaRPr lang="en-US" sz="1400" b="0"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339974">
                <a:tc>
                  <a:txBody>
                    <a:bodyPr/>
                    <a:lstStyle/>
                    <a:p>
                      <a:pPr algn="ctr" rtl="0" fontAlgn="b">
                        <a:buNone/>
                      </a:pPr>
                      <a:r>
                        <a:rPr lang="en-US" sz="1400" u="none" strike="noStrike" dirty="0">
                          <a:effectLst/>
                        </a:rPr>
                        <a:t>68785509AA</a:t>
                      </a:r>
                      <a:endParaRPr lang="en-US" sz="14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buNone/>
                      </a:pPr>
                      <a:r>
                        <a:rPr lang="en-US" sz="1400" u="none" strike="noStrike" dirty="0">
                          <a:effectLst/>
                        </a:rPr>
                        <a:t>GW7 - Bright White Clear Coat</a:t>
                      </a:r>
                      <a:endParaRPr lang="en-US" sz="1400" b="0" i="0" u="none" strike="noStrike" dirty="0">
                        <a:solidFill>
                          <a:srgbClr val="000000"/>
                        </a:solidFill>
                        <a:effectLst/>
                        <a:latin typeface="Segoe UI" panose="020B0502040204020203" pitchFamily="34" charset="0"/>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b">
                        <a:buNone/>
                      </a:pPr>
                      <a:r>
                        <a:rPr lang="en-US" sz="1400" u="none" strike="noStrike" dirty="0">
                          <a:effectLst/>
                        </a:rPr>
                        <a:t>643</a:t>
                      </a:r>
                      <a:endParaRPr lang="en-US" sz="1400" b="0"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339974">
                <a:tc>
                  <a:txBody>
                    <a:bodyPr/>
                    <a:lstStyle/>
                    <a:p>
                      <a:pPr algn="ctr" rtl="0" fontAlgn="b">
                        <a:buNone/>
                      </a:pPr>
                      <a:r>
                        <a:rPr lang="en-US" sz="1400" u="none" strike="noStrike" dirty="0">
                          <a:effectLst/>
                        </a:rPr>
                        <a:t>68785510AA</a:t>
                      </a:r>
                      <a:endParaRPr lang="en-US" sz="1400" b="0" i="0" u="none" strike="noStrike" dirty="0">
                        <a:solidFill>
                          <a:srgbClr val="000000"/>
                        </a:solidFill>
                        <a:effectLst/>
                        <a:latin typeface="Calibri" panose="020F0502020204030204" pitchFamily="34" charset="0"/>
                      </a:endParaRPr>
                    </a:p>
                  </a:txBody>
                  <a:tcPr marL="7620" marR="7620" marT="762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ctr">
                        <a:buNone/>
                      </a:pPr>
                      <a:r>
                        <a:rPr lang="en-US" sz="1400" u="none" strike="noStrike" dirty="0">
                          <a:effectLst/>
                        </a:rPr>
                        <a:t>EYB - Detonator Yellow</a:t>
                      </a:r>
                      <a:endParaRPr lang="en-US" sz="1400" b="0" i="0" u="none" strike="noStrike" dirty="0">
                        <a:solidFill>
                          <a:srgbClr val="000000"/>
                        </a:solidFill>
                        <a:effectLst/>
                        <a:latin typeface="Segoe UI" panose="020B0502040204020203" pitchFamily="34" charset="0"/>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0" fontAlgn="b">
                        <a:buNone/>
                      </a:pPr>
                      <a:r>
                        <a:rPr lang="en-US" sz="1400" u="none" strike="noStrike" dirty="0">
                          <a:effectLst/>
                        </a:rPr>
                        <a:t>245</a:t>
                      </a:r>
                      <a:endParaRPr lang="en-US" sz="1400" b="0" i="0" u="none" strike="noStrike" dirty="0">
                        <a:solidFill>
                          <a:srgbClr val="000000"/>
                        </a:solidFill>
                        <a:effectLst/>
                        <a:latin typeface="Aptos Narrow" panose="020B0004020202020204" pitchFamily="34" charset="0"/>
                      </a:endParaRPr>
                    </a:p>
                  </a:txBody>
                  <a:tcPr marL="7620" marR="7620" marT="762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Scope of Work</a:t>
            </a:r>
            <a:endParaRPr lang="en-US" dirty="0"/>
          </a:p>
        </p:txBody>
      </p:sp>
      <p:sp>
        <p:nvSpPr>
          <p:cNvPr id="6" name="Title 5"/>
          <p:cNvSpPr>
            <a:spLocks noGrp="1"/>
          </p:cNvSpPr>
          <p:nvPr>
            <p:ph type="title" idx="4"/>
          </p:nvPr>
        </p:nvSpPr>
        <p:spPr/>
        <p:txBody>
          <a:bodyPr/>
          <a:lstStyle/>
          <a:p>
            <a:endParaRPr lang="en-US"/>
          </a:p>
        </p:txBody>
      </p:sp>
      <p:sp>
        <p:nvSpPr>
          <p:cNvPr id="7" name="Title 6"/>
          <p:cNvSpPr>
            <a:spLocks noGrp="1"/>
          </p:cNvSpPr>
          <p:nvPr>
            <p:ph type="title" idx="5"/>
          </p:nvPr>
        </p:nvSpPr>
        <p:spPr/>
        <p:txBody>
          <a:bodyPr/>
          <a:lstStyle/>
          <a:p>
            <a:endParaRPr lang="en-US"/>
          </a:p>
        </p:txBody>
      </p:sp>
      <p:sp>
        <p:nvSpPr>
          <p:cNvPr id="2" name="Text Placeholder 2"/>
          <p:cNvSpPr>
            <a:spLocks noGrp="1"/>
          </p:cNvSpPr>
          <p:nvPr>
            <p:ph type="body" idx="1"/>
          </p:nvPr>
        </p:nvSpPr>
        <p:spPr>
          <a:xfrm>
            <a:off x="303200" y="1020264"/>
            <a:ext cx="11070815" cy="5203253"/>
          </a:xfrm>
        </p:spPr>
        <p:txBody>
          <a:bodyPr/>
          <a:lstStyle/>
          <a:p>
            <a:pPr>
              <a:buFont typeface="Arial" panose="020B0604020202020204" pitchFamily="34" charset="0"/>
              <a:buChar char="•"/>
            </a:pPr>
            <a:r>
              <a:rPr lang="en-US" dirty="0">
                <a:latin typeface="Calibri" panose="020F0502020204030204"/>
                <a:ea typeface="Calibri" panose="020F0502020204030204"/>
                <a:cs typeface="Calibri" panose="020F0502020204030204"/>
              </a:rPr>
              <a:t>The scope of work will be design, development, manufacture, PPAP and supply of the parts. </a:t>
            </a:r>
            <a:endParaRPr lang="en-US" dirty="0">
              <a:latin typeface="Calibri" panose="020F0502020204030204"/>
              <a:ea typeface="Calibri" panose="020F0502020204030204"/>
              <a:cs typeface="Calibri" panose="020F0502020204030204"/>
            </a:endParaRPr>
          </a:p>
          <a:p>
            <a:pPr>
              <a:buFont typeface="Arial" panose="020B0604020202020204" pitchFamily="34" charset="0"/>
              <a:buChar char="•"/>
            </a:pPr>
            <a:r>
              <a:rPr lang="en-US" dirty="0">
                <a:latin typeface="Calibri" panose="020F0502020204030204" pitchFamily="34" charset="0"/>
                <a:cs typeface="Calibri" panose="020F0502020204030204" pitchFamily="34" charset="0"/>
              </a:rPr>
              <a:t>The expectation is to deliver parts to:</a:t>
            </a:r>
            <a:endParaRPr lang="en-US" dirty="0">
              <a:latin typeface="Calibri" panose="020F0502020204030204" pitchFamily="34" charset="0"/>
              <a:cs typeface="Calibri" panose="020F0502020204030204" pitchFamily="34" charset="0"/>
            </a:endParaRPr>
          </a:p>
          <a:p>
            <a:pPr lvl="1"/>
            <a:r>
              <a:rPr lang="en-US" dirty="0">
                <a:latin typeface="Calibri" panose="020F0502020204030204" pitchFamily="34" charset="0"/>
                <a:cs typeface="Calibri" panose="020F0502020204030204" pitchFamily="34" charset="0"/>
              </a:rPr>
              <a:t>Retail: </a:t>
            </a:r>
            <a:r>
              <a:rPr lang="en-US" dirty="0">
                <a:solidFill>
                  <a:schemeClr val="dk1"/>
                </a:solidFill>
              </a:rPr>
              <a:t>82219733AA</a:t>
            </a:r>
            <a:r>
              <a:rPr lang="en-US" dirty="0">
                <a:latin typeface="Calibri" panose="020F0502020204030204" pitchFamily="34" charset="0"/>
                <a:cs typeface="Calibri" panose="020F0502020204030204" pitchFamily="34" charset="0"/>
              </a:rPr>
              <a:t> (in prime) individually packaged to Mopar Depot.</a:t>
            </a:r>
            <a:endParaRPr lang="en-US" dirty="0">
              <a:latin typeface="Calibri" panose="020F0502020204030204" pitchFamily="34" charset="0"/>
              <a:cs typeface="Calibri" panose="020F0502020204030204" pitchFamily="34" charset="0"/>
            </a:endParaRPr>
          </a:p>
          <a:p>
            <a:pPr lvl="1">
              <a:spcBef>
                <a:spcPts val="0"/>
              </a:spcBef>
            </a:pPr>
            <a:r>
              <a:rPr lang="en-US" dirty="0">
                <a:latin typeface="Calibri" panose="020F0502020204030204" pitchFamily="34" charset="0"/>
                <a:cs typeface="Calibri" panose="020F0502020204030204" pitchFamily="34" charset="0"/>
              </a:rPr>
              <a:t>Custom Shop: Six part numbers, in body color, to </a:t>
            </a:r>
            <a:r>
              <a:rPr lang="en-US" dirty="0" err="1">
                <a:latin typeface="Calibri" panose="020F0502020204030204" pitchFamily="34" charset="0"/>
                <a:cs typeface="Calibri" panose="020F0502020204030204" pitchFamily="34" charset="0"/>
              </a:rPr>
              <a:t>Utilimaster</a:t>
            </a:r>
            <a:r>
              <a:rPr lang="en-US" dirty="0">
                <a:latin typeface="Calibri" panose="020F0502020204030204" pitchFamily="34" charset="0"/>
                <a:cs typeface="Calibri" panose="020F0502020204030204" pitchFamily="34" charset="0"/>
              </a:rPr>
              <a:t> custom shop in Saltillo Mexico</a:t>
            </a:r>
            <a:endParaRPr lang="en-US"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dirty="0">
                <a:latin typeface="Calibri" panose="020F0502020204030204"/>
                <a:ea typeface="Calibri" panose="020F0502020204030204"/>
                <a:cs typeface="Calibri" panose="020F0502020204030204"/>
              </a:rPr>
              <a:t>The intent is to use same attachment strategy and the existing hardware </a:t>
            </a:r>
            <a:r>
              <a:rPr lang="en-US" dirty="0" err="1">
                <a:latin typeface="Calibri" panose="020F0502020204030204"/>
                <a:ea typeface="Calibri" panose="020F0502020204030204"/>
                <a:cs typeface="Calibri" panose="020F0502020204030204"/>
              </a:rPr>
              <a:t>herever</a:t>
            </a:r>
            <a:r>
              <a:rPr lang="en-US" dirty="0">
                <a:latin typeface="Calibri" panose="020F0502020204030204"/>
                <a:ea typeface="Calibri" panose="020F0502020204030204"/>
                <a:cs typeface="Calibri" panose="020F0502020204030204"/>
              </a:rPr>
              <a:t> possible from the current existing similar production parts. </a:t>
            </a:r>
            <a:endParaRPr lang="en-US" dirty="0">
              <a:latin typeface="Calibri" panose="020F0502020204030204"/>
              <a:ea typeface="Calibri" panose="020F0502020204030204"/>
              <a:cs typeface="Calibri" panose="020F0502020204030204"/>
            </a:endParaRPr>
          </a:p>
          <a:p>
            <a:pPr>
              <a:buFont typeface="Arial" panose="020B0604020202020204" pitchFamily="34" charset="0"/>
              <a:buChar char="•"/>
            </a:pPr>
            <a:r>
              <a:rPr lang="en-US" dirty="0">
                <a:latin typeface="Calibri" panose="020F0502020204030204"/>
                <a:ea typeface="Calibri" panose="020F0502020204030204"/>
                <a:cs typeface="Calibri" panose="020F0502020204030204"/>
              </a:rPr>
              <a:t>Jinrong will provide direct buy letters to purchase the existing or any current production parts from the existing production suppliers.</a:t>
            </a:r>
            <a:endParaRPr lang="en-US" dirty="0">
              <a:latin typeface="Calibri" panose="020F0502020204030204"/>
              <a:ea typeface="Calibri" panose="020F0502020204030204"/>
              <a:cs typeface="Calibri" panose="020F0502020204030204"/>
            </a:endParaRPr>
          </a:p>
          <a:p>
            <a:pPr>
              <a:buFont typeface="Arial" panose="020B0604020202020204" pitchFamily="34" charset="0"/>
              <a:buChar char="•"/>
            </a:pPr>
            <a:r>
              <a:rPr lang="en-US" dirty="0">
                <a:latin typeface="Calibri" panose="020F0502020204030204" pitchFamily="34" charset="0"/>
                <a:cs typeface="Calibri" panose="020F0502020204030204" pitchFamily="34" charset="0"/>
              </a:rPr>
              <a:t>The build objectives for the Gaps and finish will be same as the similar current production parts for this vehicle.</a:t>
            </a:r>
            <a:endParaRPr lang="en-US"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dirty="0">
                <a:latin typeface="Calibri" panose="020F0502020204030204" pitchFamily="34" charset="0"/>
                <a:cs typeface="Calibri" panose="020F0502020204030204" pitchFamily="34" charset="0"/>
              </a:rPr>
              <a:t>The A surface CAD data will be provided after the award of business and supplier will be responsible for development of B-surface and attachment points.</a:t>
            </a:r>
            <a:endParaRPr lang="en-US"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dirty="0">
                <a:latin typeface="Calibri" panose="020F0502020204030204" pitchFamily="34" charset="0"/>
                <a:cs typeface="Calibri" panose="020F0502020204030204" pitchFamily="34" charset="0"/>
              </a:rPr>
              <a:t>The selected supplier will be responsible for creation of CAD for the new part and 2D drawings.</a:t>
            </a:r>
            <a:endParaRPr lang="en-US"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dirty="0">
                <a:latin typeface="Calibri" panose="020F0502020204030204" pitchFamily="34" charset="0"/>
                <a:cs typeface="Calibri" panose="020F0502020204030204" pitchFamily="34" charset="0"/>
              </a:rPr>
              <a:t>A tech review can be requested if there are any questions or concerns prior to submission of quotes.</a:t>
            </a:r>
            <a:endParaRPr lang="en-US"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dirty="0">
                <a:latin typeface="Calibri" panose="020F0502020204030204"/>
                <a:ea typeface="Calibri" panose="020F0502020204030204"/>
                <a:cs typeface="Calibri" panose="020F0502020204030204"/>
              </a:rPr>
              <a:t>All component level testing will be supplier responsibility, and the system and vehicle level testing will be carried out by the Jinrong or Supplier.</a:t>
            </a:r>
            <a:endParaRPr lang="en-US" dirty="0">
              <a:latin typeface="Calibri" panose="020F0502020204030204"/>
              <a:ea typeface="Calibri" panose="020F0502020204030204"/>
              <a:cs typeface="Calibri" panose="020F0502020204030204"/>
            </a:endParaRPr>
          </a:p>
          <a:p>
            <a:pPr>
              <a:buFont typeface="Arial" panose="020B0604020202020204" pitchFamily="34" charset="0"/>
              <a:buChar char="•"/>
            </a:pPr>
            <a:r>
              <a:rPr lang="en-US" dirty="0">
                <a:latin typeface="Calibri" panose="020F0502020204030204" pitchFamily="34" charset="0"/>
                <a:cs typeface="Calibri" panose="020F0502020204030204" pitchFamily="34" charset="0"/>
              </a:rPr>
              <a:t>Performance/test requirements are available in the DVP&amp;R attached with the SP.</a:t>
            </a:r>
            <a:endParaRPr lang="en-US"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dirty="0">
                <a:latin typeface="Calibri" panose="020F0502020204030204" pitchFamily="34" charset="0"/>
                <a:cs typeface="Calibri" panose="020F0502020204030204" pitchFamily="34" charset="0"/>
              </a:rPr>
              <a:t>The chosen supplier will be responsible for supply of parts for the marketing and testing. Protect for 3 set of parts.</a:t>
            </a:r>
            <a:endParaRPr lang="en-US"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dirty="0">
                <a:latin typeface="Calibri" panose="020F0502020204030204"/>
                <a:ea typeface="Calibri" panose="020F0502020204030204"/>
                <a:cs typeface="Calibri" panose="020F0502020204030204"/>
              </a:rPr>
              <a:t>The DVP&amp;R states the standard requirements for new parts, no testing will be required for the directed buy production components. Effort should be made to use products which are proven, and test data is available to minimize the new testing wherever possible. </a:t>
            </a:r>
            <a:endParaRPr lang="en-US" dirty="0">
              <a:latin typeface="Calibri" panose="020F0502020204030204"/>
              <a:ea typeface="Calibri" panose="020F0502020204030204"/>
              <a:cs typeface="Calibri" panose="020F0502020204030204"/>
            </a:endParaRPr>
          </a:p>
          <a:p>
            <a:pPr>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a:ea typeface="Calibri" panose="020F0502020204030204"/>
              <a:cs typeface="Calibri" panose="020F0502020204030204"/>
            </a:endParaRPr>
          </a:p>
          <a:p>
            <a:pPr>
              <a:buFont typeface="Arial" panose="020B0604020202020204" pitchFamily="34" charset="0"/>
              <a:buChar char="•"/>
            </a:pPr>
            <a:endParaRPr lang="en-US" dirty="0">
              <a:latin typeface="Calibri" panose="020F0502020204030204"/>
              <a:ea typeface="Calibri" panose="020F0502020204030204"/>
              <a:cs typeface="Calibri" panose="020F0502020204030204"/>
            </a:endParaRPr>
          </a:p>
          <a:p>
            <a:pPr>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304800" indent="0"/>
            <a:endParaRPr lang="en-US"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en-US" dirty="0">
              <a:latin typeface="Calibri" panose="020F0502020204030204"/>
              <a:ea typeface="Calibri" panose="020F0502020204030204"/>
              <a:cs typeface="Calibri" panose="020F0502020204030204"/>
            </a:endParaRPr>
          </a:p>
          <a:p>
            <a:pPr>
              <a:buFont typeface="Arial" panose="020B0604020202020204" pitchFamily="34" charset="0"/>
              <a:buChar char="•"/>
            </a:pPr>
            <a:endParaRPr lang="en-US" dirty="0">
              <a:latin typeface="Calibri" panose="020F0502020204030204"/>
              <a:ea typeface="Calibri" panose="020F0502020204030204"/>
              <a:cs typeface="Calibri" panose="020F0502020204030204"/>
            </a:endParaRPr>
          </a:p>
          <a:p>
            <a:pPr>
              <a:buFont typeface="Arial" panose="020B0604020202020204" pitchFamily="34" charset="0"/>
              <a:buChar char="•"/>
            </a:pPr>
            <a:endParaRPr lang="en-US" dirty="0">
              <a:latin typeface="Calibri" panose="020F0502020204030204"/>
              <a:ea typeface="Calibri" panose="020F0502020204030204"/>
              <a:cs typeface="Calibri" panose="020F0502020204030204"/>
            </a:endParaRPr>
          </a:p>
          <a:p>
            <a:pPr>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a:t>PART SUMMARY</a:t>
            </a:r>
            <a:endParaRPr lang="en-US" b="1"/>
          </a:p>
        </p:txBody>
      </p:sp>
      <p:sp>
        <p:nvSpPr>
          <p:cNvPr id="2" name="Text Placeholder 2"/>
          <p:cNvSpPr>
            <a:spLocks noGrp="1"/>
          </p:cNvSpPr>
          <p:nvPr>
            <p:ph type="body" idx="1"/>
          </p:nvPr>
        </p:nvSpPr>
        <p:spPr>
          <a:xfrm>
            <a:off x="335903" y="905069"/>
            <a:ext cx="10189027" cy="5752906"/>
          </a:xfrm>
        </p:spPr>
        <p:txBody>
          <a:bodyPr/>
          <a:lstStyle/>
          <a:p>
            <a:pPr marL="0" lvl="0" indent="0">
              <a:buClrTx/>
              <a:buSzTx/>
              <a:defRPr/>
            </a:pPr>
            <a:r>
              <a:rPr lang="en-US" b="1" dirty="0">
                <a:solidFill>
                  <a:srgbClr val="272B35"/>
                </a:solidFill>
              </a:rPr>
              <a:t>OTHER</a:t>
            </a:r>
            <a:endParaRPr lang="en-US" b="1" dirty="0">
              <a:solidFill>
                <a:srgbClr val="272B35"/>
              </a:solidFill>
            </a:endParaRPr>
          </a:p>
          <a:p>
            <a:pPr marL="171450" lvl="0" indent="-171450">
              <a:buClrTx/>
              <a:buSzTx/>
              <a:buFont typeface="Arial" panose="020B0604020202020204" pitchFamily="34" charset="0"/>
              <a:buChar char="•"/>
              <a:defRPr/>
            </a:pPr>
            <a:r>
              <a:rPr lang="en-US" dirty="0">
                <a:solidFill>
                  <a:srgbClr val="272B35"/>
                </a:solidFill>
              </a:rPr>
              <a:t>Final data must be submitted to Mopar and reviewed/approved prior to kick-off.</a:t>
            </a:r>
            <a:endParaRPr lang="en-US" dirty="0">
              <a:solidFill>
                <a:srgbClr val="272B35"/>
              </a:solidFill>
            </a:endParaRPr>
          </a:p>
          <a:p>
            <a:pPr marL="171450" lvl="0" indent="-171450">
              <a:buClrTx/>
              <a:buSzTx/>
              <a:buFont typeface="Arial" panose="020B0604020202020204" pitchFamily="34" charset="0"/>
              <a:buChar char="•"/>
              <a:defRPr/>
            </a:pPr>
            <a:r>
              <a:rPr lang="en-US" dirty="0">
                <a:solidFill>
                  <a:srgbClr val="272B35"/>
                </a:solidFill>
              </a:rPr>
              <a:t>Supplier is design responsible and must provide CAD models for this PN. </a:t>
            </a:r>
            <a:endParaRPr lang="en-US" dirty="0">
              <a:solidFill>
                <a:srgbClr val="272B35"/>
              </a:solidFill>
            </a:endParaRPr>
          </a:p>
          <a:p>
            <a:pPr marL="171450" lvl="0" indent="-171450">
              <a:buClrTx/>
              <a:buSzTx/>
              <a:buFont typeface="Arial" panose="020B0604020202020204" pitchFamily="34" charset="0"/>
              <a:buChar char="•"/>
              <a:defRPr/>
            </a:pPr>
            <a:r>
              <a:rPr lang="en-US" dirty="0">
                <a:solidFill>
                  <a:srgbClr val="272B35"/>
                </a:solidFill>
              </a:rPr>
              <a:t>Test costs must be submitted and itemized based on DVP, as well as additional ED&amp;D (Engineering Design &amp; Development) costs for engineering or design services</a:t>
            </a:r>
            <a:endParaRPr lang="en-US" dirty="0">
              <a:solidFill>
                <a:srgbClr val="272B35"/>
              </a:solidFill>
            </a:endParaRPr>
          </a:p>
          <a:p>
            <a:pPr marL="171450" lvl="0" indent="-171450">
              <a:buClrTx/>
              <a:buSzTx/>
              <a:buFont typeface="Arial" panose="020B0604020202020204" pitchFamily="34" charset="0"/>
              <a:buChar char="•"/>
              <a:defRPr/>
            </a:pPr>
            <a:r>
              <a:rPr lang="en-US" dirty="0">
                <a:solidFill>
                  <a:srgbClr val="272B35"/>
                </a:solidFill>
              </a:rPr>
              <a:t>GD&amp;T documentation and quote assumptions must follow guidelines defined in PS-9611 Geometric Dimensioning and Tolerancing Practice.</a:t>
            </a:r>
            <a:endParaRPr lang="en-US" dirty="0">
              <a:solidFill>
                <a:srgbClr val="272B35"/>
              </a:solidFill>
            </a:endParaRPr>
          </a:p>
          <a:p>
            <a:pPr marL="171450" lvl="0" indent="-171450">
              <a:buClrTx/>
              <a:buSzTx/>
              <a:buFont typeface="Arial" panose="020B0604020202020204" pitchFamily="34" charset="0"/>
              <a:buChar char="•"/>
              <a:defRPr/>
            </a:pPr>
            <a:r>
              <a:rPr lang="en-US" dirty="0">
                <a:cs typeface="Calibri" panose="020F0502020204030204"/>
              </a:rPr>
              <a:t>Supplier is responsible for the development of installation instructions. </a:t>
            </a:r>
            <a:endParaRPr lang="en-US" dirty="0">
              <a:cs typeface="Calibri" panose="020F0502020204030204"/>
            </a:endParaRPr>
          </a:p>
          <a:p>
            <a:pPr marL="171450" indent="-171450">
              <a:buClrTx/>
              <a:buSzTx/>
              <a:buFont typeface="Arial" panose="020B0604020202020204" pitchFamily="34" charset="0"/>
              <a:buChar char="•"/>
              <a:defRPr/>
            </a:pPr>
            <a:r>
              <a:rPr lang="en-US" dirty="0">
                <a:cs typeface="Calibri" panose="020F0502020204030204" pitchFamily="34" charset="0"/>
              </a:rPr>
              <a:t>Supplier is Responsible for Development of I-Sheet. Kit will contain QR code sheet provided by Jinrong, which links to the I-sheet document electronically.</a:t>
            </a:r>
            <a:endParaRPr lang="en-US" dirty="0">
              <a:cs typeface="Calibri" panose="020F0502020204030204" pitchFamily="34" charset="0"/>
            </a:endParaRPr>
          </a:p>
          <a:p>
            <a:pPr marL="0" lvl="0" indent="0">
              <a:buClrTx/>
              <a:buSzTx/>
              <a:defRPr/>
            </a:pPr>
            <a:endParaRPr lang="en-US" dirty="0">
              <a:solidFill>
                <a:srgbClr val="272B35"/>
              </a:solidFill>
              <a:cs typeface="Calibri" panose="020F0502020204030204" pitchFamily="34" charset="0"/>
            </a:endParaRPr>
          </a:p>
          <a:p>
            <a:pPr marL="0" lvl="0" indent="0">
              <a:buClrTx/>
              <a:buSzTx/>
              <a:defRPr/>
            </a:pPr>
            <a:r>
              <a:rPr lang="en-US" b="1" dirty="0">
                <a:solidFill>
                  <a:srgbClr val="272B35"/>
                </a:solidFill>
                <a:cs typeface="Calibri" panose="020F0502020204030204" pitchFamily="34" charset="0"/>
              </a:rPr>
              <a:t>VALIDATION: </a:t>
            </a:r>
            <a:endParaRPr lang="en-US" b="1" dirty="0">
              <a:solidFill>
                <a:srgbClr val="272B35"/>
              </a:solidFill>
              <a:cs typeface="Calibri" panose="020F0502020204030204" pitchFamily="34" charset="0"/>
            </a:endParaRPr>
          </a:p>
          <a:p>
            <a:pPr marL="171450" lvl="0" indent="-171450">
              <a:buClrTx/>
              <a:buSzTx/>
              <a:buFont typeface="Arial" panose="020B0604020202020204" pitchFamily="34" charset="0"/>
              <a:buChar char="•"/>
              <a:defRPr/>
            </a:pPr>
            <a:r>
              <a:rPr lang="en-US" dirty="0">
                <a:solidFill>
                  <a:srgbClr val="272B35"/>
                </a:solidFill>
                <a:latin typeface="Arial" panose="020B0604020202020204"/>
              </a:rPr>
              <a:t>Must satisfy requirements detailed in the DVP&amp;R and the following Jinrong standards.</a:t>
            </a:r>
            <a:endParaRPr lang="en-US" dirty="0">
              <a:solidFill>
                <a:srgbClr val="272B35"/>
              </a:solidFill>
              <a:latin typeface="Arial" panose="020B0604020202020204"/>
            </a:endParaRPr>
          </a:p>
          <a:p>
            <a:pPr marL="171450" lvl="0" indent="-171450">
              <a:buClrTx/>
              <a:buSzTx/>
              <a:buFont typeface="Arial" panose="020B0604020202020204" pitchFamily="34" charset="0"/>
              <a:buChar char="•"/>
              <a:defRPr/>
            </a:pPr>
            <a:r>
              <a:rPr lang="en-US" dirty="0">
                <a:solidFill>
                  <a:srgbClr val="272B35"/>
                </a:solidFill>
                <a:latin typeface="Arial" panose="020B0604020202020204"/>
              </a:rPr>
              <a:t>If supplier intends to use surrogate data for any of the DVP line items, it must be noted at time of quote submittal, reviewed with engineering, and should not be more than 3 years old, unless a deviation is provided by Mopar Product Development.</a:t>
            </a:r>
            <a:endParaRPr lang="en-US" dirty="0">
              <a:solidFill>
                <a:srgbClr val="272B35"/>
              </a:solidFill>
              <a:latin typeface="Arial" panose="020B0604020202020204"/>
            </a:endParaRPr>
          </a:p>
          <a:p>
            <a:pPr marL="171450" lvl="0" indent="-171450">
              <a:buClrTx/>
              <a:buSzTx/>
              <a:buFont typeface="Arial" panose="020B0604020202020204" pitchFamily="34" charset="0"/>
              <a:buChar char="•"/>
              <a:defRPr/>
            </a:pPr>
            <a:endParaRPr lang="en-US" dirty="0">
              <a:solidFill>
                <a:srgbClr val="272B35"/>
              </a:solidFill>
              <a:latin typeface="Arial" panose="020B0604020202020204"/>
            </a:endParaRPr>
          </a:p>
          <a:p>
            <a:pPr marL="0" lvl="0" indent="0">
              <a:buClrTx/>
              <a:buSzTx/>
              <a:defRPr/>
            </a:pPr>
            <a:r>
              <a:rPr lang="en-US" sz="1800" b="1" dirty="0">
                <a:solidFill>
                  <a:schemeClr val="tx1">
                    <a:lumMod val="85000"/>
                    <a:lumOff val="15000"/>
                  </a:schemeClr>
                </a:solidFill>
                <a:latin typeface="Arial" panose="020B0604020202020204"/>
              </a:rPr>
              <a:t>Part Volume - Sample and </a:t>
            </a:r>
            <a:r>
              <a:rPr lang="en-US" sz="1800" b="1" dirty="0" err="1">
                <a:solidFill>
                  <a:schemeClr val="tx1">
                    <a:lumMod val="85000"/>
                    <a:lumOff val="15000"/>
                  </a:schemeClr>
                </a:solidFill>
                <a:latin typeface="Arial" panose="020B0604020202020204"/>
              </a:rPr>
              <a:t>SoP</a:t>
            </a:r>
            <a:r>
              <a:rPr lang="en-US" sz="1800" b="1" dirty="0">
                <a:solidFill>
                  <a:schemeClr val="tx1">
                    <a:lumMod val="85000"/>
                    <a:lumOff val="15000"/>
                  </a:schemeClr>
                </a:solidFill>
                <a:latin typeface="Arial" panose="020B0604020202020204"/>
              </a:rPr>
              <a:t>:</a:t>
            </a:r>
            <a:endParaRPr lang="en-US" dirty="0">
              <a:solidFill>
                <a:srgbClr val="272B35"/>
              </a:solidFill>
              <a:latin typeface="Arial" panose="020B0604020202020204"/>
            </a:endParaRPr>
          </a:p>
          <a:p>
            <a:pPr marL="171450" lvl="0" indent="-171450">
              <a:buClrTx/>
              <a:buSzTx/>
              <a:buFont typeface="Arial" panose="020B0604020202020204" pitchFamily="34" charset="0"/>
              <a:buChar char="•"/>
              <a:defRPr/>
            </a:pPr>
            <a:r>
              <a:rPr lang="en-US" dirty="0">
                <a:solidFill>
                  <a:srgbClr val="272B35"/>
                </a:solidFill>
                <a:latin typeface="Arial" panose="020B0604020202020204"/>
              </a:rPr>
              <a:t>Engineering Fit-ups: 3 samples (primed)</a:t>
            </a:r>
            <a:endParaRPr lang="en-US" dirty="0">
              <a:solidFill>
                <a:srgbClr val="272B35"/>
              </a:solidFill>
              <a:latin typeface="Arial" panose="020B0604020202020204"/>
            </a:endParaRPr>
          </a:p>
          <a:p>
            <a:pPr marL="171450" lvl="0" indent="-171450">
              <a:buClrTx/>
              <a:buSzTx/>
              <a:buFont typeface="Arial" panose="020B0604020202020204" pitchFamily="34" charset="0"/>
              <a:buChar char="•"/>
              <a:defRPr/>
            </a:pPr>
            <a:r>
              <a:rPr lang="en-US" dirty="0">
                <a:solidFill>
                  <a:srgbClr val="272B35"/>
                </a:solidFill>
                <a:latin typeface="Arial" panose="020B0604020202020204"/>
              </a:rPr>
              <a:t>Testing/Validation as required per attached DVP </a:t>
            </a:r>
            <a:endParaRPr lang="en-US" dirty="0">
              <a:solidFill>
                <a:srgbClr val="272B35"/>
              </a:solidFill>
              <a:latin typeface="Arial" panose="020B0604020202020204"/>
            </a:endParaRPr>
          </a:p>
          <a:p>
            <a:pPr marL="171450" lvl="0" indent="-171450">
              <a:buClrTx/>
              <a:buSzTx/>
              <a:buFont typeface="Arial" panose="020B0604020202020204" pitchFamily="34" charset="0"/>
              <a:buChar char="•"/>
              <a:defRPr/>
            </a:pPr>
            <a:r>
              <a:rPr lang="en-US" dirty="0">
                <a:solidFill>
                  <a:srgbClr val="272B35"/>
                </a:solidFill>
                <a:latin typeface="Arial" panose="020B0604020202020204"/>
              </a:rPr>
              <a:t>Supplier Quality: 3 kits - Marketing: 1</a:t>
            </a:r>
            <a:endParaRPr lang="en-US" dirty="0">
              <a:solidFill>
                <a:srgbClr val="272B35"/>
              </a:solidFill>
              <a:latin typeface="Arial" panose="020B0604020202020204"/>
            </a:endParaRPr>
          </a:p>
          <a:p>
            <a:pPr marL="171450" lvl="0" indent="-171450">
              <a:buClrTx/>
              <a:buSzTx/>
              <a:buFont typeface="Arial" panose="020B0604020202020204" pitchFamily="34" charset="0"/>
              <a:buChar char="•"/>
              <a:defRPr/>
            </a:pPr>
            <a:r>
              <a:rPr lang="en-US" dirty="0">
                <a:solidFill>
                  <a:srgbClr val="272B35"/>
                </a:solidFill>
                <a:latin typeface="Arial" panose="020B0604020202020204"/>
              </a:rPr>
              <a:t>PER samples: 2 body colors</a:t>
            </a:r>
            <a:endParaRPr lang="en-US" dirty="0">
              <a:solidFill>
                <a:srgbClr val="272B35"/>
              </a:solidFill>
              <a:latin typeface="Arial" panose="020B0604020202020204"/>
            </a:endParaRPr>
          </a:p>
          <a:p>
            <a:pPr marL="0" lvl="0" indent="0">
              <a:buClrTx/>
              <a:buSzTx/>
              <a:defRPr/>
            </a:pPr>
            <a:endParaRPr lang="en-US" dirty="0">
              <a:solidFill>
                <a:srgbClr val="272B35"/>
              </a:solidFill>
              <a:latin typeface="Arial" panose="020B0604020202020204"/>
            </a:endParaRPr>
          </a:p>
          <a:p>
            <a:pPr marL="171450" lvl="0" indent="-171450">
              <a:buClrTx/>
              <a:buSzTx/>
              <a:buFont typeface="Arial" panose="020B0604020202020204" pitchFamily="34" charset="0"/>
              <a:buChar char="•"/>
              <a:defRPr/>
            </a:pPr>
            <a:endParaRPr lang="en-US" dirty="0">
              <a:solidFill>
                <a:srgbClr val="272B35"/>
              </a:solidFill>
            </a:endParaRP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a:t>PART SUMMARY</a:t>
            </a:r>
            <a:endParaRPr lang="en-US" b="1"/>
          </a:p>
        </p:txBody>
      </p:sp>
      <p:sp>
        <p:nvSpPr>
          <p:cNvPr id="2" name="Text Placeholder 2"/>
          <p:cNvSpPr>
            <a:spLocks noGrp="1"/>
          </p:cNvSpPr>
          <p:nvPr>
            <p:ph type="body" idx="1"/>
          </p:nvPr>
        </p:nvSpPr>
        <p:spPr>
          <a:xfrm>
            <a:off x="219075" y="901399"/>
            <a:ext cx="11791949" cy="5956601"/>
          </a:xfrm>
        </p:spPr>
        <p:txBody>
          <a:bodyPr/>
          <a:lstStyle/>
          <a:p>
            <a:pPr marL="0" lvl="0" indent="0">
              <a:buClrTx/>
              <a:buSzTx/>
              <a:defRPr/>
            </a:pPr>
            <a:r>
              <a:rPr lang="en-US" sz="1400" b="1" dirty="0">
                <a:solidFill>
                  <a:schemeClr val="tx1">
                    <a:lumMod val="85000"/>
                    <a:lumOff val="15000"/>
                  </a:schemeClr>
                </a:solidFill>
                <a:latin typeface="Arial" panose="020B0604020202020204"/>
                <a:sym typeface="Arial Bold Italic" charset="0"/>
              </a:rPr>
              <a:t>Timing detail:</a:t>
            </a:r>
            <a:endParaRPr lang="en-US" sz="1400" b="1" dirty="0">
              <a:solidFill>
                <a:schemeClr val="tx1">
                  <a:lumMod val="85000"/>
                  <a:lumOff val="15000"/>
                </a:schemeClr>
              </a:solidFill>
              <a:latin typeface="Arial" panose="020B0604020202020204"/>
              <a:sym typeface="Arial Bold Italic" charset="0"/>
            </a:endParaRPr>
          </a:p>
          <a:p>
            <a:pPr marL="171450" lvl="0" indent="-171450">
              <a:buClrTx/>
              <a:buSzTx/>
              <a:buFont typeface="Arial" panose="020B0604020202020204" pitchFamily="34" charset="0"/>
              <a:buChar char="•"/>
              <a:defRPr/>
            </a:pPr>
            <a:r>
              <a:rPr lang="en-US" sz="1400" dirty="0">
                <a:solidFill>
                  <a:srgbClr val="272B35"/>
                </a:solidFill>
                <a:latin typeface="Arial" panose="020B0604020202020204"/>
              </a:rPr>
              <a:t>Supplier must provide a detailed timeline and should capture specifics on all the activities related to this development, including but not limited to PO's, Design, Testing, Tooling, DV testing, system level PV testing, Packaging, PPAP,</a:t>
            </a:r>
            <a:endParaRPr lang="en-US" sz="1400" dirty="0">
              <a:solidFill>
                <a:srgbClr val="272B35"/>
              </a:solidFill>
              <a:latin typeface="Arial" panose="020B0604020202020204"/>
            </a:endParaRPr>
          </a:p>
          <a:p>
            <a:pPr marL="171450" lvl="0" indent="-171450">
              <a:buClrTx/>
              <a:buSzTx/>
              <a:buFont typeface="Arial" panose="020B0604020202020204" pitchFamily="34" charset="0"/>
              <a:buChar char="•"/>
              <a:defRPr/>
            </a:pPr>
            <a:r>
              <a:rPr lang="en-US" sz="1400" dirty="0">
                <a:solidFill>
                  <a:srgbClr val="272B35"/>
                </a:solidFill>
                <a:latin typeface="Arial" panose="020B0604020202020204"/>
              </a:rPr>
              <a:t>Logistics, and Shipment to Mopar warehouse Timeline should capture responsible person/group for each task and should capture dependencies.</a:t>
            </a:r>
            <a:endParaRPr lang="en-US" sz="1400" dirty="0">
              <a:solidFill>
                <a:srgbClr val="272B35"/>
              </a:solidFill>
              <a:latin typeface="Arial" panose="020B0604020202020204"/>
            </a:endParaRPr>
          </a:p>
          <a:p>
            <a:pPr marL="171450" lvl="0" indent="-171450">
              <a:buClrTx/>
              <a:buSzTx/>
              <a:buFont typeface="Arial" panose="020B0604020202020204" pitchFamily="34" charset="0"/>
              <a:buChar char="•"/>
              <a:defRPr/>
            </a:pPr>
            <a:r>
              <a:rPr lang="en-US" sz="1400" dirty="0">
                <a:solidFill>
                  <a:srgbClr val="272B35"/>
                </a:solidFill>
                <a:latin typeface="Arial" panose="020B0604020202020204"/>
              </a:rPr>
              <a:t>Timing should also include any contingencies for additional factors (holidays, shutdowns, sea shipments, second  development etc.) to meet the vehicle timing requirements listed above</a:t>
            </a:r>
            <a:endParaRPr lang="en-US" sz="1400" dirty="0">
              <a:solidFill>
                <a:srgbClr val="272B35"/>
              </a:solidFill>
              <a:latin typeface="Arial" panose="020B0604020202020204"/>
            </a:endParaRPr>
          </a:p>
          <a:p>
            <a:pPr marL="171450" lvl="0" indent="-171450">
              <a:buClrTx/>
              <a:buSzTx/>
              <a:buFont typeface="Arial" panose="020B0604020202020204" pitchFamily="34" charset="0"/>
              <a:buChar char="•"/>
              <a:defRPr/>
            </a:pPr>
            <a:r>
              <a:rPr lang="en-US" sz="1400" dirty="0">
                <a:solidFill>
                  <a:srgbClr val="272B35"/>
                </a:solidFill>
                <a:latin typeface="Arial" panose="020B0604020202020204"/>
              </a:rPr>
              <a:t>Timeline sent should be accompanied with a document listing all assumptions that won't into defining the durations for the tasks documented. Any anticipated risks to the proposed timeline should be highlighted along with proposals to address the same</a:t>
            </a:r>
            <a:endParaRPr lang="en-US" sz="1400" dirty="0">
              <a:solidFill>
                <a:srgbClr val="272B35"/>
              </a:solidFill>
              <a:latin typeface="Arial" panose="020B0604020202020204"/>
            </a:endParaRPr>
          </a:p>
          <a:p>
            <a:pPr marL="171450" lvl="0" indent="-171450">
              <a:buClrTx/>
              <a:buSzTx/>
              <a:buFont typeface="Arial" panose="020B0604020202020204" pitchFamily="34" charset="0"/>
              <a:buChar char="•"/>
              <a:defRPr/>
            </a:pPr>
            <a:r>
              <a:rPr lang="en-US" sz="1400" dirty="0">
                <a:solidFill>
                  <a:srgbClr val="272B35"/>
                </a:solidFill>
                <a:latin typeface="Arial" panose="020B0604020202020204"/>
              </a:rPr>
              <a:t>A detailed process depicting location and responsible source for raw materials, tool design, tool build, part manufacture, part development, part packaging, and where shipped from should accompany the timeline.</a:t>
            </a:r>
            <a:endParaRPr lang="en-US" sz="1400" dirty="0">
              <a:solidFill>
                <a:srgbClr val="272B35"/>
              </a:solidFill>
              <a:latin typeface="Arial" panose="020B0604020202020204"/>
            </a:endParaRPr>
          </a:p>
          <a:p>
            <a:pPr marL="171450" lvl="0" indent="-171450">
              <a:buClrTx/>
              <a:buSzTx/>
              <a:buFont typeface="Arial" panose="020B0604020202020204" pitchFamily="34" charset="0"/>
              <a:buChar char="•"/>
              <a:defRPr/>
            </a:pPr>
            <a:r>
              <a:rPr lang="en-US" sz="1400" dirty="0">
                <a:solidFill>
                  <a:srgbClr val="272B35"/>
                </a:solidFill>
                <a:latin typeface="Arial" panose="020B0604020202020204"/>
              </a:rPr>
              <a:t>Timing and sample requirements</a:t>
            </a:r>
            <a:endParaRPr lang="en-US" sz="1400" dirty="0">
              <a:solidFill>
                <a:srgbClr val="272B35"/>
              </a:solidFill>
              <a:latin typeface="Arial" panose="020B0604020202020204"/>
            </a:endParaRPr>
          </a:p>
          <a:p>
            <a:pPr marL="171450" lvl="0" indent="-171450">
              <a:buClrTx/>
              <a:buSzTx/>
              <a:buFont typeface="Arial" panose="020B0604020202020204" pitchFamily="34" charset="0"/>
              <a:buChar char="•"/>
              <a:defRPr/>
            </a:pPr>
            <a:endParaRPr lang="en-US" dirty="0">
              <a:solidFill>
                <a:srgbClr val="272B35"/>
              </a:solidFill>
              <a:latin typeface="Arial" panose="020B0604020202020204"/>
            </a:endParaRPr>
          </a:p>
          <a:p>
            <a:pPr marL="171450" lvl="0" indent="-171450">
              <a:buClrTx/>
              <a:buSzTx/>
              <a:buFont typeface="Arial" panose="020B0604020202020204" pitchFamily="34" charset="0"/>
              <a:buChar char="•"/>
              <a:defRPr/>
            </a:pPr>
            <a:endParaRPr lang="en-US" dirty="0">
              <a:solidFill>
                <a:srgbClr val="272B35"/>
              </a:solidFill>
              <a:latin typeface="Arial" panose="020B0604020202020204"/>
            </a:endParaRPr>
          </a:p>
          <a:p>
            <a:pPr marL="0" lvl="0" indent="0">
              <a:buClrTx/>
              <a:buSzTx/>
              <a:defRPr/>
            </a:pPr>
            <a:endParaRPr lang="en-US" sz="1800" b="1" dirty="0">
              <a:solidFill>
                <a:srgbClr val="272B35"/>
              </a:solidFill>
              <a:latin typeface="Arial" panose="020B0604020202020204"/>
              <a:sym typeface="Arial Bold Italic" charset="0"/>
            </a:endParaRPr>
          </a:p>
          <a:p>
            <a:pPr marL="171450" lvl="0" indent="-171450">
              <a:buClrTx/>
              <a:buSzTx/>
              <a:buFont typeface="Arial" panose="020B0604020202020204" pitchFamily="34" charset="0"/>
              <a:buChar char="•"/>
              <a:defRPr/>
            </a:pPr>
            <a:endParaRPr lang="en-US" sz="1800" b="1" dirty="0">
              <a:solidFill>
                <a:srgbClr val="272B35"/>
              </a:solidFill>
              <a:latin typeface="Arial" panose="020B0604020202020204"/>
              <a:sym typeface="Arial Bold Italic" charset="0"/>
            </a:endParaRPr>
          </a:p>
          <a:p>
            <a:pPr marL="171450" lvl="0" indent="-171450">
              <a:buClrTx/>
              <a:buSzTx/>
              <a:buFont typeface="Arial" panose="020B0604020202020204" pitchFamily="34" charset="0"/>
              <a:buChar char="•"/>
              <a:defRPr/>
            </a:pPr>
            <a:endParaRPr lang="en-US" sz="1800" b="1" dirty="0">
              <a:solidFill>
                <a:srgbClr val="272B35"/>
              </a:solidFill>
              <a:latin typeface="Arial" panose="020B0604020202020204"/>
              <a:sym typeface="Arial Bold Italic" charset="0"/>
            </a:endParaRPr>
          </a:p>
          <a:p>
            <a:pPr marL="171450" lvl="0" indent="-171450">
              <a:buClrTx/>
              <a:buSzTx/>
              <a:buFont typeface="Arial" panose="020B0604020202020204" pitchFamily="34" charset="0"/>
              <a:buChar char="•"/>
              <a:defRPr/>
            </a:pPr>
            <a:endParaRPr lang="en-US" sz="1800" b="1" dirty="0">
              <a:solidFill>
                <a:srgbClr val="272B35"/>
              </a:solidFill>
              <a:latin typeface="Arial" panose="020B0604020202020204"/>
              <a:sym typeface="Arial Bold Italic" charset="0"/>
            </a:endParaRPr>
          </a:p>
          <a:p>
            <a:pPr marL="171450" lvl="0" indent="-171450">
              <a:buClrTx/>
              <a:buSzTx/>
              <a:buFont typeface="Arial" panose="020B0604020202020204" pitchFamily="34" charset="0"/>
              <a:buChar char="•"/>
              <a:defRPr/>
            </a:pPr>
            <a:endParaRPr lang="en-US" sz="1800" b="1" dirty="0">
              <a:solidFill>
                <a:srgbClr val="272B35"/>
              </a:solidFill>
              <a:latin typeface="Arial" panose="020B0604020202020204"/>
              <a:sym typeface="Arial Bold Italic" charset="0"/>
            </a:endParaRPr>
          </a:p>
          <a:p>
            <a:pPr marL="171450" lvl="0" indent="-171450">
              <a:buClrTx/>
              <a:buSzTx/>
              <a:buFont typeface="Arial" panose="020B0604020202020204" pitchFamily="34" charset="0"/>
              <a:buChar char="•"/>
              <a:defRPr/>
            </a:pPr>
            <a:endParaRPr lang="en-US" sz="1800" b="1" dirty="0">
              <a:solidFill>
                <a:srgbClr val="272B35"/>
              </a:solidFill>
              <a:latin typeface="Arial" panose="020B0604020202020204"/>
              <a:sym typeface="Arial Bold Italic" charset="0"/>
            </a:endParaRPr>
          </a:p>
          <a:p>
            <a:pPr marL="0" lvl="0" indent="0">
              <a:buClrTx/>
              <a:buSzTx/>
              <a:defRPr/>
            </a:pPr>
            <a:endParaRPr lang="en-US" sz="1800" b="1" dirty="0">
              <a:solidFill>
                <a:srgbClr val="272B35"/>
              </a:solidFill>
              <a:latin typeface="Arial" panose="020B0604020202020204"/>
              <a:sym typeface="Arial Bold Italic" charset="0"/>
            </a:endParaRPr>
          </a:p>
          <a:p>
            <a:pPr marL="0" lvl="0" indent="0">
              <a:buClrTx/>
              <a:buSzTx/>
              <a:defRPr/>
            </a:pPr>
            <a:endParaRPr lang="en-US" dirty="0"/>
          </a:p>
        </p:txBody>
      </p:sp>
      <p:pic>
        <p:nvPicPr>
          <p:cNvPr id="3" name="Picture 2" descr="A table with a list of events"/>
          <p:cNvPicPr>
            <a:picLocks noChangeAspect="1"/>
          </p:cNvPicPr>
          <p:nvPr/>
        </p:nvPicPr>
        <p:blipFill>
          <a:blip r:embed="rId1"/>
          <a:stretch>
            <a:fillRect/>
          </a:stretch>
        </p:blipFill>
        <p:spPr>
          <a:xfrm>
            <a:off x="1048030" y="3529596"/>
            <a:ext cx="2952750" cy="18764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p:cNvSpPr txBox="1"/>
          <p:nvPr/>
        </p:nvSpPr>
        <p:spPr>
          <a:xfrm>
            <a:off x="320520" y="6552680"/>
            <a:ext cx="1378904" cy="246221"/>
          </a:xfrm>
          <a:prstGeom prst="rect">
            <a:avLst/>
          </a:prstGeom>
          <a:solidFill>
            <a:schemeClr val="bg1"/>
          </a:solidFill>
        </p:spPr>
        <p:txBody>
          <a:bodyPr wrap="none" rtlCol="0">
            <a:spAutoFit/>
          </a:bodyPr>
          <a:lstStyle/>
          <a:p>
            <a:r>
              <a:rPr lang="en-US" sz="1000" b="1" dirty="0"/>
              <a:t>Left Side Part Shown</a:t>
            </a:r>
            <a:endParaRPr lang="en-US" sz="1000" b="1" dirty="0"/>
          </a:p>
        </p:txBody>
      </p:sp>
      <p:pic>
        <p:nvPicPr>
          <p:cNvPr id="6" name="Picture 5"/>
          <p:cNvPicPr>
            <a:picLocks noChangeAspect="1"/>
          </p:cNvPicPr>
          <p:nvPr/>
        </p:nvPicPr>
        <p:blipFill>
          <a:blip r:embed="rId1"/>
          <a:stretch>
            <a:fillRect/>
          </a:stretch>
        </p:blipFill>
        <p:spPr>
          <a:xfrm>
            <a:off x="168402" y="534577"/>
            <a:ext cx="5084576" cy="4363116"/>
          </a:xfrm>
          <a:prstGeom prst="rect">
            <a:avLst/>
          </a:prstGeom>
        </p:spPr>
      </p:pic>
      <p:pic>
        <p:nvPicPr>
          <p:cNvPr id="8" name="Picture 7"/>
          <p:cNvPicPr>
            <a:picLocks noChangeAspect="1"/>
          </p:cNvPicPr>
          <p:nvPr/>
        </p:nvPicPr>
        <p:blipFill>
          <a:blip r:embed="rId2"/>
          <a:stretch>
            <a:fillRect/>
          </a:stretch>
        </p:blipFill>
        <p:spPr>
          <a:xfrm>
            <a:off x="7189469" y="151734"/>
            <a:ext cx="4137661" cy="4137661"/>
          </a:xfrm>
          <a:prstGeom prst="rect">
            <a:avLst/>
          </a:prstGeom>
        </p:spPr>
      </p:pic>
      <p:pic>
        <p:nvPicPr>
          <p:cNvPr id="10" name="Picture 9"/>
          <p:cNvPicPr>
            <a:picLocks noChangeAspect="1"/>
          </p:cNvPicPr>
          <p:nvPr/>
        </p:nvPicPr>
        <p:blipFill>
          <a:blip r:embed="rId3"/>
          <a:stretch>
            <a:fillRect/>
          </a:stretch>
        </p:blipFill>
        <p:spPr>
          <a:xfrm>
            <a:off x="5503315" y="2716135"/>
            <a:ext cx="2265858" cy="4048476"/>
          </a:xfrm>
          <a:prstGeom prst="rect">
            <a:avLst/>
          </a:prstGeom>
        </p:spPr>
      </p:pic>
      <p:sp>
        <p:nvSpPr>
          <p:cNvPr id="2" name="TextBox 1"/>
          <p:cNvSpPr txBox="1"/>
          <p:nvPr/>
        </p:nvSpPr>
        <p:spPr>
          <a:xfrm>
            <a:off x="3024253" y="1417320"/>
            <a:ext cx="630936" cy="369332"/>
          </a:xfrm>
          <a:prstGeom prst="rect">
            <a:avLst/>
          </a:prstGeom>
          <a:noFill/>
        </p:spPr>
        <p:txBody>
          <a:bodyPr wrap="square" rtlCol="0">
            <a:spAutoFit/>
          </a:bodyPr>
          <a:lstStyle/>
          <a:p>
            <a:r>
              <a:rPr lang="en-US" dirty="0"/>
              <a:t>Spat</a:t>
            </a:r>
            <a:endParaRPr lang="en-US" dirty="0"/>
          </a:p>
        </p:txBody>
      </p:sp>
      <p:cxnSp>
        <p:nvCxnSpPr>
          <p:cNvPr id="4" name="Straight Arrow Connector 3"/>
          <p:cNvCxnSpPr/>
          <p:nvPr/>
        </p:nvCxnSpPr>
        <p:spPr>
          <a:xfrm flipH="1">
            <a:off x="2249424" y="1783080"/>
            <a:ext cx="850392" cy="93305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890396" y="491316"/>
            <a:ext cx="1022730" cy="369332"/>
          </a:xfrm>
          <a:prstGeom prst="rect">
            <a:avLst/>
          </a:prstGeom>
          <a:noFill/>
        </p:spPr>
        <p:txBody>
          <a:bodyPr wrap="square" rtlCol="0">
            <a:spAutoFit/>
          </a:bodyPr>
          <a:lstStyle/>
          <a:p>
            <a:r>
              <a:rPr lang="en-US" dirty="0"/>
              <a:t>Bracket</a:t>
            </a:r>
            <a:endParaRPr lang="en-US" dirty="0"/>
          </a:p>
        </p:txBody>
      </p:sp>
      <p:cxnSp>
        <p:nvCxnSpPr>
          <p:cNvPr id="7" name="Straight Arrow Connector 6"/>
          <p:cNvCxnSpPr/>
          <p:nvPr/>
        </p:nvCxnSpPr>
        <p:spPr>
          <a:xfrm flipH="1">
            <a:off x="1115568" y="857076"/>
            <a:ext cx="850392" cy="93305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p:cNvPicPr>
            <a:picLocks noChangeAspect="1"/>
          </p:cNvPicPr>
          <p:nvPr/>
        </p:nvPicPr>
        <p:blipFill rotWithShape="1">
          <a:blip r:embed="rId1">
            <a:extLst>
              <a:ext uri="{28A0092B-C50C-407E-A947-70E740481C1C}">
                <a14:useLocalDpi xmlns:a14="http://schemas.microsoft.com/office/drawing/2010/main" val="0"/>
              </a:ext>
            </a:extLst>
          </a:blip>
          <a:srcRect l="25534" t="7148" r="17844" b="3635"/>
          <a:stretch>
            <a:fillRect/>
          </a:stretch>
        </p:blipFill>
        <p:spPr>
          <a:xfrm>
            <a:off x="309776" y="118873"/>
            <a:ext cx="3970902" cy="3238075"/>
          </a:xfrm>
          <a:prstGeom prst="rect">
            <a:avLst/>
          </a:prstGeom>
          <a:noFill/>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ctrTitle"/>
          </p:nvPr>
        </p:nvSpPr>
        <p:spPr>
          <a:xfrm>
            <a:off x="1524000" y="25083"/>
            <a:ext cx="9144000" cy="614997"/>
          </a:xfrm>
        </p:spPr>
        <p:txBody>
          <a:bodyPr>
            <a:normAutofit/>
          </a:bodyPr>
          <a:lstStyle/>
          <a:p>
            <a:r>
              <a:rPr lang="en-US" sz="1800" b="1" dirty="0"/>
              <a:t>Mopar 27DT Front Aero Spat Presource Info</a:t>
            </a:r>
            <a:br>
              <a:rPr lang="en-US" sz="1800" b="1" dirty="0"/>
            </a:br>
            <a:r>
              <a:rPr lang="en-US" sz="1100" dirty="0"/>
              <a:t>05152026</a:t>
            </a:r>
            <a:endParaRPr lang="en-US" sz="1100" dirty="0"/>
          </a:p>
        </p:txBody>
      </p:sp>
      <p:pic>
        <p:nvPicPr>
          <p:cNvPr id="27" name="Picture 26"/>
          <p:cNvPicPr>
            <a:picLocks noChangeAspect="1"/>
          </p:cNvPicPr>
          <p:nvPr/>
        </p:nvPicPr>
        <p:blipFill rotWithShape="1">
          <a:blip r:embed="rId2">
            <a:extLst>
              <a:ext uri="{28A0092B-C50C-407E-A947-70E740481C1C}">
                <a14:useLocalDpi xmlns:a14="http://schemas.microsoft.com/office/drawing/2010/main" val="0"/>
              </a:ext>
            </a:extLst>
          </a:blip>
          <a:srcRect l="34202" t="21391" r="23352" b="19600"/>
          <a:stretch>
            <a:fillRect/>
          </a:stretch>
        </p:blipFill>
        <p:spPr>
          <a:xfrm>
            <a:off x="192025" y="3375123"/>
            <a:ext cx="4416552" cy="3177557"/>
          </a:xfrm>
          <a:prstGeom prst="rect">
            <a:avLst/>
          </a:prstGeom>
          <a:noFill/>
          <a:extLst>
            <a:ext uri="{909E8E84-426E-40DD-AFC4-6F175D3DCCD1}">
              <a14:hiddenFill xmlns:a14="http://schemas.microsoft.com/office/drawing/2010/main">
                <a:solidFill>
                  <a:schemeClr val="accent1"/>
                </a:solidFill>
              </a14:hiddenFill>
            </a:ext>
          </a:extLst>
        </p:spPr>
      </p:pic>
      <p:pic>
        <p:nvPicPr>
          <p:cNvPr id="29" name="Picture 28"/>
          <p:cNvPicPr>
            <a:picLocks noChangeAspect="1"/>
          </p:cNvPicPr>
          <p:nvPr/>
        </p:nvPicPr>
        <p:blipFill rotWithShape="1">
          <a:blip r:embed="rId3">
            <a:extLst>
              <a:ext uri="{28A0092B-C50C-407E-A947-70E740481C1C}">
                <a14:useLocalDpi xmlns:a14="http://schemas.microsoft.com/office/drawing/2010/main" val="0"/>
              </a:ext>
            </a:extLst>
          </a:blip>
          <a:srcRect l="34688" t="12783" r="32181" b="14122"/>
          <a:stretch>
            <a:fillRect/>
          </a:stretch>
        </p:blipFill>
        <p:spPr>
          <a:xfrm>
            <a:off x="8702519" y="3259502"/>
            <a:ext cx="3099816" cy="3539399"/>
          </a:xfrm>
          <a:prstGeom prst="rect">
            <a:avLst/>
          </a:prstGeom>
          <a:noFill/>
          <a:extLst>
            <a:ext uri="{909E8E84-426E-40DD-AFC4-6F175D3DCCD1}">
              <a14:hiddenFill xmlns:a14="http://schemas.microsoft.com/office/drawing/2010/main">
                <a:solidFill>
                  <a:schemeClr val="accent1"/>
                </a:solidFill>
              </a14:hiddenFill>
            </a:ext>
          </a:extLst>
        </p:spPr>
      </p:pic>
      <p:sp>
        <p:nvSpPr>
          <p:cNvPr id="30" name="TextBox 29"/>
          <p:cNvSpPr txBox="1"/>
          <p:nvPr/>
        </p:nvSpPr>
        <p:spPr>
          <a:xfrm>
            <a:off x="320520" y="6552680"/>
            <a:ext cx="1378904" cy="246221"/>
          </a:xfrm>
          <a:prstGeom prst="rect">
            <a:avLst/>
          </a:prstGeom>
          <a:solidFill>
            <a:schemeClr val="bg1"/>
          </a:solidFill>
        </p:spPr>
        <p:txBody>
          <a:bodyPr wrap="none" rtlCol="0">
            <a:spAutoFit/>
          </a:bodyPr>
          <a:lstStyle/>
          <a:p>
            <a:r>
              <a:rPr lang="en-US" sz="1000" b="1" dirty="0"/>
              <a:t>Left Side Part Shown</a:t>
            </a:r>
            <a:endParaRPr lang="en-US" sz="1000" b="1" dirty="0"/>
          </a:p>
        </p:txBody>
      </p:sp>
      <p:pic>
        <p:nvPicPr>
          <p:cNvPr id="28" name="Picture 27"/>
          <p:cNvPicPr>
            <a:picLocks noChangeAspect="1"/>
          </p:cNvPicPr>
          <p:nvPr/>
        </p:nvPicPr>
        <p:blipFill rotWithShape="1">
          <a:blip r:embed="rId4">
            <a:extLst>
              <a:ext uri="{28A0092B-C50C-407E-A947-70E740481C1C}">
                <a14:useLocalDpi xmlns:a14="http://schemas.microsoft.com/office/drawing/2010/main" val="0"/>
              </a:ext>
            </a:extLst>
          </a:blip>
          <a:srcRect l="33473" t="27183" r="30400" b="20539"/>
          <a:stretch>
            <a:fillRect/>
          </a:stretch>
        </p:blipFill>
        <p:spPr>
          <a:xfrm>
            <a:off x="6096000" y="1024129"/>
            <a:ext cx="4078224" cy="3054096"/>
          </a:xfrm>
          <a:prstGeom prst="rect">
            <a:avLst/>
          </a:prstGeom>
          <a:noFill/>
          <a:extLst>
            <a:ext uri="{909E8E84-426E-40DD-AFC4-6F175D3DCCD1}">
              <a14:hiddenFill xmlns:a14="http://schemas.microsoft.com/office/drawing/2010/main">
                <a:solidFill>
                  <a:schemeClr val="accent1"/>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extLst>
              <a:ext uri="{28A0092B-C50C-407E-A947-70E740481C1C}">
                <a14:useLocalDpi xmlns:a14="http://schemas.microsoft.com/office/drawing/2010/main" val="0"/>
              </a:ext>
            </a:extLst>
          </a:blip>
          <a:srcRect l="27964" t="5739" r="38176" b="23983"/>
          <a:stretch>
            <a:fillRect/>
          </a:stretch>
        </p:blipFill>
        <p:spPr>
          <a:xfrm>
            <a:off x="3648456" y="102136"/>
            <a:ext cx="2782201" cy="2988536"/>
          </a:xfrm>
          <a:prstGeom prst="rect">
            <a:avLst/>
          </a:prstGeom>
          <a:noFill/>
          <a:extLst>
            <a:ext uri="{909E8E84-426E-40DD-AFC4-6F175D3DCCD1}">
              <a14:hiddenFill xmlns:a14="http://schemas.microsoft.com/office/drawing/2010/main">
                <a:solidFill>
                  <a:schemeClr val="accent1"/>
                </a:solidFill>
              </a14:hiddenFill>
            </a:ext>
          </a:extLst>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27802" t="14035" r="37690" b="16939"/>
          <a:stretch>
            <a:fillRect/>
          </a:stretch>
        </p:blipFill>
        <p:spPr>
          <a:xfrm>
            <a:off x="3364992" y="3346640"/>
            <a:ext cx="2835448" cy="2935288"/>
          </a:xfrm>
          <a:prstGeom prst="rect">
            <a:avLst/>
          </a:prstGeom>
          <a:noFill/>
          <a:extLst>
            <a:ext uri="{909E8E84-426E-40DD-AFC4-6F175D3DCCD1}">
              <a14:hiddenFill xmlns:a14="http://schemas.microsoft.com/office/drawing/2010/main">
                <a:solidFill>
                  <a:schemeClr val="accent1"/>
                </a:solidFill>
              </a14:hiddenFill>
            </a:ext>
          </a:extLst>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27317" t="14505" r="36150" b="17408"/>
          <a:stretch>
            <a:fillRect/>
          </a:stretch>
        </p:blipFill>
        <p:spPr>
          <a:xfrm>
            <a:off x="6272784" y="3359144"/>
            <a:ext cx="3001848" cy="2895352"/>
          </a:xfrm>
          <a:prstGeom prst="rect">
            <a:avLst/>
          </a:prstGeom>
          <a:noFill/>
          <a:extLst>
            <a:ext uri="{909E8E84-426E-40DD-AFC4-6F175D3DCCD1}">
              <a14:hiddenFill xmlns:a14="http://schemas.microsoft.com/office/drawing/2010/main">
                <a:solidFill>
                  <a:schemeClr val="accent1"/>
                </a:solidFill>
              </a14:hiddenFill>
            </a:ext>
          </a:extLst>
        </p:spPr>
      </p:pic>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l="54615" t="14505" r="11606" b="18191"/>
          <a:stretch>
            <a:fillRect/>
          </a:stretch>
        </p:blipFill>
        <p:spPr>
          <a:xfrm>
            <a:off x="9326880" y="3346704"/>
            <a:ext cx="2775544" cy="2862072"/>
          </a:xfrm>
          <a:prstGeom prst="rect">
            <a:avLst/>
          </a:prstGeom>
          <a:noFill/>
          <a:extLst>
            <a:ext uri="{909E8E84-426E-40DD-AFC4-6F175D3DCCD1}">
              <a14:hiddenFill xmlns:a14="http://schemas.microsoft.com/office/drawing/2010/main">
                <a:solidFill>
                  <a:schemeClr val="accent1"/>
                </a:solidFill>
              </a14:hiddenFill>
            </a:ext>
          </a:extLst>
        </p:spPr>
      </p:pic>
      <p:pic>
        <p:nvPicPr>
          <p:cNvPr id="9" name="Picture 8"/>
          <p:cNvPicPr>
            <a:picLocks noChangeAspect="1"/>
          </p:cNvPicPr>
          <p:nvPr/>
        </p:nvPicPr>
        <p:blipFill rotWithShape="1">
          <a:blip r:embed="rId5">
            <a:extLst>
              <a:ext uri="{28A0092B-C50C-407E-A947-70E740481C1C}">
                <a14:useLocalDpi xmlns:a14="http://schemas.microsoft.com/office/drawing/2010/main" val="0"/>
              </a:ext>
            </a:extLst>
          </a:blip>
          <a:srcRect l="52428" t="13722" r="10877" b="16939"/>
          <a:stretch>
            <a:fillRect/>
          </a:stretch>
        </p:blipFill>
        <p:spPr>
          <a:xfrm>
            <a:off x="100584" y="3333328"/>
            <a:ext cx="3015160" cy="2948600"/>
          </a:xfrm>
          <a:prstGeom prst="rect">
            <a:avLst/>
          </a:prstGeom>
          <a:noFill/>
          <a:extLst>
            <a:ext uri="{909E8E84-426E-40DD-AFC4-6F175D3DCCD1}">
              <a14:hiddenFill xmlns:a14="http://schemas.microsoft.com/office/drawing/2010/main">
                <a:solidFill>
                  <a:schemeClr val="accent1"/>
                </a:solidFill>
              </a14:hiddenFill>
            </a:ext>
          </a:extLst>
        </p:spPr>
      </p:pic>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l="25534" t="7148" r="17844" b="3635"/>
          <a:stretch>
            <a:fillRect/>
          </a:stretch>
        </p:blipFill>
        <p:spPr>
          <a:xfrm>
            <a:off x="8759952" y="102136"/>
            <a:ext cx="3163824" cy="2579942"/>
          </a:xfrm>
          <a:prstGeom prst="rect">
            <a:avLst/>
          </a:prstGeom>
          <a:noFill/>
          <a:extLst>
            <a:ext uri="{909E8E84-426E-40DD-AFC4-6F175D3DCCD1}">
              <a14:hiddenFill xmlns:a14="http://schemas.microsoft.com/office/drawing/2010/main">
                <a:solidFill>
                  <a:schemeClr val="accent1"/>
                </a:solidFill>
              </a14:hiddenFill>
            </a:ext>
          </a:extLst>
        </p:spPr>
      </p:pic>
      <p:sp>
        <p:nvSpPr>
          <p:cNvPr id="12" name="TextBox 11"/>
          <p:cNvSpPr txBox="1"/>
          <p:nvPr/>
        </p:nvSpPr>
        <p:spPr>
          <a:xfrm>
            <a:off x="9921720" y="800433"/>
            <a:ext cx="1378904" cy="246221"/>
          </a:xfrm>
          <a:prstGeom prst="rect">
            <a:avLst/>
          </a:prstGeom>
          <a:solidFill>
            <a:schemeClr val="bg1"/>
          </a:solidFill>
        </p:spPr>
        <p:txBody>
          <a:bodyPr wrap="none" rtlCol="0">
            <a:spAutoFit/>
          </a:bodyPr>
          <a:lstStyle/>
          <a:p>
            <a:r>
              <a:rPr lang="en-US" sz="1000" b="1" dirty="0"/>
              <a:t>Left Side Part Shown</a:t>
            </a:r>
            <a:endParaRPr lang="en-US" sz="1000" b="1" dirty="0"/>
          </a:p>
        </p:txBody>
      </p:sp>
      <p:sp>
        <p:nvSpPr>
          <p:cNvPr id="13" name="TextBox 12"/>
          <p:cNvSpPr txBox="1"/>
          <p:nvPr/>
        </p:nvSpPr>
        <p:spPr>
          <a:xfrm>
            <a:off x="4393415" y="2855303"/>
            <a:ext cx="750526" cy="246221"/>
          </a:xfrm>
          <a:prstGeom prst="rect">
            <a:avLst/>
          </a:prstGeom>
          <a:solidFill>
            <a:schemeClr val="bg1"/>
          </a:solidFill>
        </p:spPr>
        <p:txBody>
          <a:bodyPr wrap="none" rtlCol="0">
            <a:spAutoFit/>
          </a:bodyPr>
          <a:lstStyle/>
          <a:p>
            <a:r>
              <a:rPr lang="en-US" sz="1000" b="1" dirty="0"/>
              <a:t>Plan View</a:t>
            </a:r>
            <a:endParaRPr lang="en-US" sz="1000" b="1" dirty="0"/>
          </a:p>
        </p:txBody>
      </p:sp>
      <p:sp>
        <p:nvSpPr>
          <p:cNvPr id="14" name="TextBox 13"/>
          <p:cNvSpPr txBox="1"/>
          <p:nvPr/>
        </p:nvSpPr>
        <p:spPr>
          <a:xfrm>
            <a:off x="4378420" y="6300215"/>
            <a:ext cx="800219" cy="246221"/>
          </a:xfrm>
          <a:prstGeom prst="rect">
            <a:avLst/>
          </a:prstGeom>
          <a:solidFill>
            <a:schemeClr val="bg1"/>
          </a:solidFill>
        </p:spPr>
        <p:txBody>
          <a:bodyPr wrap="none" rtlCol="0">
            <a:spAutoFit/>
          </a:bodyPr>
          <a:lstStyle/>
          <a:p>
            <a:r>
              <a:rPr lang="en-US" sz="1000" b="1" dirty="0"/>
              <a:t>Front View</a:t>
            </a:r>
            <a:endParaRPr lang="en-US" sz="1000" b="1" dirty="0"/>
          </a:p>
        </p:txBody>
      </p:sp>
      <p:sp>
        <p:nvSpPr>
          <p:cNvPr id="15" name="TextBox 14"/>
          <p:cNvSpPr txBox="1"/>
          <p:nvPr/>
        </p:nvSpPr>
        <p:spPr>
          <a:xfrm>
            <a:off x="1348708" y="6364222"/>
            <a:ext cx="1072730" cy="246221"/>
          </a:xfrm>
          <a:prstGeom prst="rect">
            <a:avLst/>
          </a:prstGeom>
          <a:solidFill>
            <a:schemeClr val="bg1"/>
          </a:solidFill>
        </p:spPr>
        <p:txBody>
          <a:bodyPr wrap="none" rtlCol="0">
            <a:spAutoFit/>
          </a:bodyPr>
          <a:lstStyle/>
          <a:p>
            <a:r>
              <a:rPr lang="en-US" sz="1000" b="1" dirty="0"/>
              <a:t>Right Side View</a:t>
            </a:r>
            <a:endParaRPr lang="en-US" sz="1000" b="1" dirty="0"/>
          </a:p>
        </p:txBody>
      </p:sp>
      <p:sp>
        <p:nvSpPr>
          <p:cNvPr id="16" name="TextBox 15"/>
          <p:cNvSpPr txBox="1"/>
          <p:nvPr/>
        </p:nvSpPr>
        <p:spPr>
          <a:xfrm>
            <a:off x="7265791" y="6227063"/>
            <a:ext cx="997389" cy="246221"/>
          </a:xfrm>
          <a:prstGeom prst="rect">
            <a:avLst/>
          </a:prstGeom>
          <a:solidFill>
            <a:schemeClr val="bg1"/>
          </a:solidFill>
        </p:spPr>
        <p:txBody>
          <a:bodyPr wrap="none" rtlCol="0">
            <a:spAutoFit/>
          </a:bodyPr>
          <a:lstStyle/>
          <a:p>
            <a:r>
              <a:rPr lang="en-US" sz="1000" b="1" dirty="0"/>
              <a:t>Left Side View</a:t>
            </a:r>
            <a:endParaRPr lang="en-US" sz="1000" b="1" dirty="0"/>
          </a:p>
        </p:txBody>
      </p:sp>
      <p:sp>
        <p:nvSpPr>
          <p:cNvPr id="17" name="TextBox 16"/>
          <p:cNvSpPr txBox="1"/>
          <p:nvPr/>
        </p:nvSpPr>
        <p:spPr>
          <a:xfrm>
            <a:off x="10212169" y="6153908"/>
            <a:ext cx="761747" cy="246221"/>
          </a:xfrm>
          <a:prstGeom prst="rect">
            <a:avLst/>
          </a:prstGeom>
          <a:solidFill>
            <a:schemeClr val="bg1"/>
          </a:solidFill>
        </p:spPr>
        <p:txBody>
          <a:bodyPr wrap="none" rtlCol="0">
            <a:spAutoFit/>
          </a:bodyPr>
          <a:lstStyle/>
          <a:p>
            <a:r>
              <a:rPr lang="en-US" sz="1000" b="1" dirty="0"/>
              <a:t>Rear View</a:t>
            </a:r>
            <a:endParaRPr lang="en-US" sz="1000" b="1" dirty="0"/>
          </a:p>
        </p:txBody>
      </p:sp>
      <p:cxnSp>
        <p:nvCxnSpPr>
          <p:cNvPr id="18" name="Straight Arrow Connector 17"/>
          <p:cNvCxnSpPr/>
          <p:nvPr/>
        </p:nvCxnSpPr>
        <p:spPr>
          <a:xfrm>
            <a:off x="231613" y="4909271"/>
            <a:ext cx="2877347" cy="0"/>
          </a:xfrm>
          <a:prstGeom prst="straightConnector1">
            <a:avLst/>
          </a:prstGeom>
          <a:ln w="12700">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967890" y="4778044"/>
            <a:ext cx="391454" cy="246221"/>
          </a:xfrm>
          <a:prstGeom prst="rect">
            <a:avLst/>
          </a:prstGeom>
          <a:solidFill>
            <a:schemeClr val="bg1"/>
          </a:solidFill>
        </p:spPr>
        <p:txBody>
          <a:bodyPr wrap="none" rtlCol="0">
            <a:spAutoFit/>
          </a:bodyPr>
          <a:lstStyle/>
          <a:p>
            <a:r>
              <a:rPr lang="en-US" sz="1000" dirty="0"/>
              <a:t>425</a:t>
            </a:r>
            <a:endParaRPr lang="en-US" sz="1000" dirty="0"/>
          </a:p>
        </p:txBody>
      </p:sp>
      <p:cxnSp>
        <p:nvCxnSpPr>
          <p:cNvPr id="20" name="Straight Arrow Connector 19"/>
          <p:cNvCxnSpPr/>
          <p:nvPr/>
        </p:nvCxnSpPr>
        <p:spPr>
          <a:xfrm>
            <a:off x="3332185" y="5002865"/>
            <a:ext cx="2800391" cy="0"/>
          </a:xfrm>
          <a:prstGeom prst="straightConnector1">
            <a:avLst/>
          </a:prstGeom>
          <a:ln w="12700">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132959" y="4871638"/>
            <a:ext cx="391454" cy="246221"/>
          </a:xfrm>
          <a:prstGeom prst="rect">
            <a:avLst/>
          </a:prstGeom>
          <a:solidFill>
            <a:schemeClr val="bg1"/>
          </a:solidFill>
        </p:spPr>
        <p:txBody>
          <a:bodyPr wrap="none" rtlCol="0">
            <a:spAutoFit/>
          </a:bodyPr>
          <a:lstStyle/>
          <a:p>
            <a:r>
              <a:rPr lang="en-US" sz="1000" dirty="0"/>
              <a:t>400</a:t>
            </a:r>
            <a:endParaRPr lang="en-US" sz="1000" dirty="0"/>
          </a:p>
        </p:txBody>
      </p:sp>
      <p:cxnSp>
        <p:nvCxnSpPr>
          <p:cNvPr id="22" name="Straight Arrow Connector 21"/>
          <p:cNvCxnSpPr/>
          <p:nvPr/>
        </p:nvCxnSpPr>
        <p:spPr>
          <a:xfrm>
            <a:off x="6253094" y="3378108"/>
            <a:ext cx="0" cy="2775800"/>
          </a:xfrm>
          <a:prstGeom prst="straightConnector1">
            <a:avLst/>
          </a:prstGeom>
          <a:ln w="12700">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23754" y="4310365"/>
            <a:ext cx="391454" cy="246221"/>
          </a:xfrm>
          <a:prstGeom prst="rect">
            <a:avLst/>
          </a:prstGeom>
          <a:solidFill>
            <a:schemeClr val="bg1"/>
          </a:solidFill>
        </p:spPr>
        <p:txBody>
          <a:bodyPr wrap="none" rtlCol="0">
            <a:spAutoFit/>
          </a:bodyPr>
          <a:lstStyle/>
          <a:p>
            <a:r>
              <a:rPr lang="en-US" sz="1000" dirty="0"/>
              <a:t>410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extLst>
              <a:ext uri="{28A0092B-C50C-407E-A947-70E740481C1C}">
                <a14:useLocalDpi xmlns:a14="http://schemas.microsoft.com/office/drawing/2010/main" val="0"/>
              </a:ext>
            </a:extLst>
          </a:blip>
          <a:srcRect l="29433" t="15826" r="19224" b="7304"/>
          <a:stretch>
            <a:fillRect/>
          </a:stretch>
        </p:blipFill>
        <p:spPr>
          <a:xfrm>
            <a:off x="4187303" y="176355"/>
            <a:ext cx="3663678" cy="3295818"/>
          </a:xfrm>
          <a:prstGeom prst="rect">
            <a:avLst/>
          </a:prstGeom>
          <a:noFill/>
          <a:extLst>
            <a:ext uri="{909E8E84-426E-40DD-AFC4-6F175D3DCCD1}">
              <a14:hiddenFill xmlns:a14="http://schemas.microsoft.com/office/drawing/2010/main">
                <a:solidFill>
                  <a:schemeClr val="accent1"/>
                </a:solidFill>
              </a14:hiddenFill>
            </a:ext>
          </a:extLst>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29364" t="16174" r="19433" b="8116"/>
          <a:stretch>
            <a:fillRect/>
          </a:stretch>
        </p:blipFill>
        <p:spPr>
          <a:xfrm>
            <a:off x="122853" y="182893"/>
            <a:ext cx="3653734" cy="3246107"/>
          </a:xfrm>
          <a:prstGeom prst="rect">
            <a:avLst/>
          </a:prstGeom>
          <a:noFill/>
          <a:extLst>
            <a:ext uri="{909E8E84-426E-40DD-AFC4-6F175D3DCCD1}">
              <a14:hiddenFill xmlns:a14="http://schemas.microsoft.com/office/drawing/2010/main">
                <a:solidFill>
                  <a:schemeClr val="accent1"/>
                </a:solidFill>
              </a14:hiddenFill>
            </a:ext>
          </a:extLst>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32359" t="22203" r="33924" b="21101"/>
          <a:stretch>
            <a:fillRect/>
          </a:stretch>
        </p:blipFill>
        <p:spPr>
          <a:xfrm>
            <a:off x="3029451" y="3488687"/>
            <a:ext cx="3278295" cy="3312161"/>
          </a:xfrm>
          <a:prstGeom prst="rect">
            <a:avLst/>
          </a:prstGeom>
          <a:noFill/>
          <a:extLst>
            <a:ext uri="{909E8E84-426E-40DD-AFC4-6F175D3DCCD1}">
              <a14:hiddenFill xmlns:a14="http://schemas.microsoft.com/office/drawing/2010/main">
                <a:solidFill>
                  <a:schemeClr val="accent1"/>
                </a:solidFill>
              </a14:hiddenFill>
            </a:ext>
          </a:extLst>
        </p:spPr>
      </p:pic>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l="49914" t="13971" r="46324" b="22840"/>
          <a:stretch>
            <a:fillRect/>
          </a:stretch>
        </p:blipFill>
        <p:spPr>
          <a:xfrm>
            <a:off x="6630210" y="3488687"/>
            <a:ext cx="332268" cy="3353434"/>
          </a:xfrm>
          <a:prstGeom prst="rect">
            <a:avLst/>
          </a:prstGeom>
          <a:noFill/>
          <a:extLst>
            <a:ext uri="{909E8E84-426E-40DD-AFC4-6F175D3DCCD1}">
              <a14:hiddenFill xmlns:a14="http://schemas.microsoft.com/office/drawing/2010/main">
                <a:solidFill>
                  <a:schemeClr val="accent1"/>
                </a:solidFill>
              </a14:hiddenFill>
            </a:ext>
          </a:extLst>
        </p:spPr>
      </p:pic>
      <p:pic>
        <p:nvPicPr>
          <p:cNvPr id="9" name="Picture 8"/>
          <p:cNvPicPr>
            <a:picLocks noChangeAspect="1"/>
          </p:cNvPicPr>
          <p:nvPr/>
        </p:nvPicPr>
        <p:blipFill rotWithShape="1">
          <a:blip r:embed="rId5">
            <a:extLst>
              <a:ext uri="{28A0092B-C50C-407E-A947-70E740481C1C}">
                <a14:useLocalDpi xmlns:a14="http://schemas.microsoft.com/office/drawing/2010/main" val="0"/>
              </a:ext>
            </a:extLst>
          </a:blip>
          <a:srcRect l="39952" t="53159" r="42074" b="15188"/>
          <a:stretch>
            <a:fillRect/>
          </a:stretch>
        </p:blipFill>
        <p:spPr>
          <a:xfrm>
            <a:off x="482662" y="4761226"/>
            <a:ext cx="888513" cy="940171"/>
          </a:xfrm>
          <a:prstGeom prst="rect">
            <a:avLst/>
          </a:prstGeom>
          <a:noFill/>
          <a:extLst>
            <a:ext uri="{909E8E84-426E-40DD-AFC4-6F175D3DCCD1}">
              <a14:hiddenFill xmlns:a14="http://schemas.microsoft.com/office/drawing/2010/main">
                <a:solidFill>
                  <a:schemeClr val="accent1"/>
                </a:solidFill>
              </a14:hiddenFill>
            </a:ext>
          </a:extLst>
        </p:spPr>
      </p:pic>
      <p:sp>
        <p:nvSpPr>
          <p:cNvPr id="10" name="TextBox 9"/>
          <p:cNvSpPr txBox="1"/>
          <p:nvPr/>
        </p:nvSpPr>
        <p:spPr>
          <a:xfrm>
            <a:off x="588523" y="5816940"/>
            <a:ext cx="676788" cy="276999"/>
          </a:xfrm>
          <a:prstGeom prst="rect">
            <a:avLst/>
          </a:prstGeom>
          <a:noFill/>
        </p:spPr>
        <p:txBody>
          <a:bodyPr wrap="none" rtlCol="0">
            <a:spAutoFit/>
          </a:bodyPr>
          <a:lstStyle/>
          <a:p>
            <a:r>
              <a:rPr lang="en-US" sz="1200" b="1" dirty="0"/>
              <a:t>Spacer</a:t>
            </a:r>
            <a:endParaRPr lang="en-US" sz="1200" b="1" dirty="0"/>
          </a:p>
        </p:txBody>
      </p:sp>
      <p:cxnSp>
        <p:nvCxnSpPr>
          <p:cNvPr id="12" name="Straight Arrow Connector 11"/>
          <p:cNvCxnSpPr/>
          <p:nvPr/>
        </p:nvCxnSpPr>
        <p:spPr>
          <a:xfrm flipV="1">
            <a:off x="1117600" y="2709333"/>
            <a:ext cx="1151467" cy="167259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371174" y="4651953"/>
            <a:ext cx="1728641" cy="861774"/>
          </a:xfrm>
          <a:prstGeom prst="rect">
            <a:avLst/>
          </a:prstGeom>
          <a:solidFill>
            <a:schemeClr val="bg1"/>
          </a:solidFill>
        </p:spPr>
        <p:txBody>
          <a:bodyPr wrap="square" rtlCol="0">
            <a:spAutoFit/>
          </a:bodyPr>
          <a:lstStyle/>
          <a:p>
            <a:r>
              <a:rPr lang="en-US" sz="1000" dirty="0"/>
              <a:t>4.2 mm ID</a:t>
            </a:r>
            <a:endParaRPr lang="en-US" sz="1000" dirty="0"/>
          </a:p>
          <a:p>
            <a:r>
              <a:rPr lang="en-US" sz="1000" dirty="0"/>
              <a:t>15 to 25 mm OD </a:t>
            </a:r>
            <a:endParaRPr lang="en-US" sz="1000" dirty="0"/>
          </a:p>
          <a:p>
            <a:r>
              <a:rPr lang="en-US" sz="1000" dirty="0"/>
              <a:t>5 mm thick</a:t>
            </a:r>
            <a:endParaRPr lang="en-US" sz="1000" dirty="0"/>
          </a:p>
          <a:p>
            <a:endParaRPr lang="en-US" sz="1000" dirty="0"/>
          </a:p>
          <a:p>
            <a:endParaRPr lang="en-US" sz="1000" dirty="0"/>
          </a:p>
        </p:txBody>
      </p:sp>
      <p:sp>
        <p:nvSpPr>
          <p:cNvPr id="16" name="TextBox 15"/>
          <p:cNvSpPr txBox="1"/>
          <p:nvPr/>
        </p:nvSpPr>
        <p:spPr>
          <a:xfrm>
            <a:off x="6523927" y="104616"/>
            <a:ext cx="902811" cy="307777"/>
          </a:xfrm>
          <a:prstGeom prst="rect">
            <a:avLst/>
          </a:prstGeom>
          <a:noFill/>
        </p:spPr>
        <p:txBody>
          <a:bodyPr wrap="none" rtlCol="0">
            <a:spAutoFit/>
          </a:bodyPr>
          <a:lstStyle/>
          <a:p>
            <a:r>
              <a:rPr lang="en-US" sz="1400" b="1" u="sng" dirty="0"/>
              <a:t>Close Out</a:t>
            </a:r>
            <a:endParaRPr lang="en-US" sz="1400" b="1" u="sng" dirty="0"/>
          </a:p>
        </p:txBody>
      </p:sp>
      <p:cxnSp>
        <p:nvCxnSpPr>
          <p:cNvPr id="19" name="Straight Arrow Connector 18"/>
          <p:cNvCxnSpPr/>
          <p:nvPr/>
        </p:nvCxnSpPr>
        <p:spPr>
          <a:xfrm>
            <a:off x="3217921" y="5832624"/>
            <a:ext cx="3074504" cy="0"/>
          </a:xfrm>
          <a:prstGeom prst="straightConnector1">
            <a:avLst/>
          </a:prstGeom>
          <a:ln w="12700">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a:off x="7070002" y="3488687"/>
            <a:ext cx="0" cy="3257553"/>
          </a:xfrm>
          <a:prstGeom prst="straightConnector1">
            <a:avLst/>
          </a:prstGeom>
          <a:ln w="12700">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78981" y="4624376"/>
            <a:ext cx="391454" cy="246221"/>
          </a:xfrm>
          <a:prstGeom prst="rect">
            <a:avLst/>
          </a:prstGeom>
          <a:solidFill>
            <a:schemeClr val="bg1"/>
          </a:solidFill>
        </p:spPr>
        <p:txBody>
          <a:bodyPr wrap="none" rtlCol="0">
            <a:spAutoFit/>
          </a:bodyPr>
          <a:lstStyle/>
          <a:p>
            <a:r>
              <a:rPr lang="en-US" sz="1000" dirty="0"/>
              <a:t>370</a:t>
            </a:r>
            <a:endParaRPr lang="en-US" sz="1000" dirty="0"/>
          </a:p>
        </p:txBody>
      </p:sp>
      <p:sp>
        <p:nvSpPr>
          <p:cNvPr id="22" name="TextBox 21"/>
          <p:cNvSpPr txBox="1"/>
          <p:nvPr/>
        </p:nvSpPr>
        <p:spPr>
          <a:xfrm>
            <a:off x="4612038" y="5701397"/>
            <a:ext cx="391454" cy="246221"/>
          </a:xfrm>
          <a:prstGeom prst="rect">
            <a:avLst/>
          </a:prstGeom>
          <a:solidFill>
            <a:schemeClr val="bg1"/>
          </a:solidFill>
        </p:spPr>
        <p:txBody>
          <a:bodyPr wrap="none" rtlCol="0">
            <a:spAutoFit/>
          </a:bodyPr>
          <a:lstStyle/>
          <a:p>
            <a:r>
              <a:rPr lang="en-US" sz="1000" dirty="0"/>
              <a:t>350</a:t>
            </a:r>
            <a:endParaRPr lang="en-US" sz="1000" dirty="0"/>
          </a:p>
        </p:txBody>
      </p:sp>
      <p:sp>
        <p:nvSpPr>
          <p:cNvPr id="24" name="TextBox 23"/>
          <p:cNvSpPr txBox="1"/>
          <p:nvPr/>
        </p:nvSpPr>
        <p:spPr>
          <a:xfrm>
            <a:off x="2879221" y="860622"/>
            <a:ext cx="1418978" cy="369332"/>
          </a:xfrm>
          <a:prstGeom prst="rect">
            <a:avLst/>
          </a:prstGeom>
          <a:noFill/>
        </p:spPr>
        <p:txBody>
          <a:bodyPr wrap="none" rtlCol="0">
            <a:spAutoFit/>
          </a:bodyPr>
          <a:lstStyle/>
          <a:p>
            <a:pPr algn="ctr"/>
            <a:r>
              <a:rPr lang="en-US" sz="900" dirty="0"/>
              <a:t>Production splash shield</a:t>
            </a:r>
            <a:endParaRPr lang="en-US" sz="900" dirty="0"/>
          </a:p>
          <a:p>
            <a:pPr algn="ctr"/>
            <a:r>
              <a:rPr lang="en-US" sz="900" dirty="0"/>
              <a:t>(reference only)</a:t>
            </a:r>
            <a:endParaRPr lang="en-US" sz="900" dirty="0"/>
          </a:p>
        </p:txBody>
      </p:sp>
      <p:cxnSp>
        <p:nvCxnSpPr>
          <p:cNvPr id="25" name="Straight Arrow Connector 24"/>
          <p:cNvCxnSpPr>
            <a:stCxn id="24" idx="1"/>
          </p:cNvCxnSpPr>
          <p:nvPr/>
        </p:nvCxnSpPr>
        <p:spPr>
          <a:xfrm flipH="1">
            <a:off x="2140938" y="1045288"/>
            <a:ext cx="738283" cy="511842"/>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24" idx="3"/>
          </p:cNvCxnSpPr>
          <p:nvPr/>
        </p:nvCxnSpPr>
        <p:spPr>
          <a:xfrm>
            <a:off x="4298199" y="1045288"/>
            <a:ext cx="1147561" cy="184666"/>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Fasteners</a:t>
            </a:r>
            <a:endParaRPr lang="en-US" dirty="0"/>
          </a:p>
        </p:txBody>
      </p:sp>
      <p:sp>
        <p:nvSpPr>
          <p:cNvPr id="6" name="Title 5"/>
          <p:cNvSpPr>
            <a:spLocks noGrp="1"/>
          </p:cNvSpPr>
          <p:nvPr>
            <p:ph type="title" idx="4"/>
          </p:nvPr>
        </p:nvSpPr>
        <p:spPr/>
        <p:txBody>
          <a:bodyPr/>
          <a:lstStyle/>
          <a:p>
            <a:endParaRPr lang="en-US"/>
          </a:p>
        </p:txBody>
      </p:sp>
      <p:sp>
        <p:nvSpPr>
          <p:cNvPr id="7" name="Title 6"/>
          <p:cNvSpPr>
            <a:spLocks noGrp="1"/>
          </p:cNvSpPr>
          <p:nvPr>
            <p:ph type="title" idx="5"/>
          </p:nvPr>
        </p:nvSpPr>
        <p:spPr/>
        <p:txBody>
          <a:bodyPr/>
          <a:lstStyle/>
          <a:p>
            <a:endParaRPr lang="en-US"/>
          </a:p>
        </p:txBody>
      </p:sp>
      <p:graphicFrame>
        <p:nvGraphicFramePr>
          <p:cNvPr id="8" name="Table 7"/>
          <p:cNvGraphicFramePr>
            <a:graphicFrameLocks noGrp="1"/>
          </p:cNvGraphicFramePr>
          <p:nvPr/>
        </p:nvGraphicFramePr>
        <p:xfrm>
          <a:off x="2121535" y="1216025"/>
          <a:ext cx="7320280" cy="1702435"/>
        </p:xfrm>
        <a:graphic>
          <a:graphicData uri="http://schemas.openxmlformats.org/drawingml/2006/table">
            <a:tbl>
              <a:tblPr/>
              <a:tblGrid>
                <a:gridCol w="1830070"/>
                <a:gridCol w="1830070"/>
                <a:gridCol w="1830070"/>
                <a:gridCol w="1830070"/>
              </a:tblGrid>
              <a:tr h="400050">
                <a:tc>
                  <a:txBody>
                    <a:bodyPr/>
                    <a:lstStyle/>
                    <a:p>
                      <a:pPr>
                        <a:buNone/>
                      </a:pPr>
                      <a:r>
                        <a:rPr lang="en-US" sz="1600" b="1"/>
                        <a:t>PN</a:t>
                      </a:r>
                      <a:endParaRPr lang="en-US" sz="1600" b="1"/>
                    </a:p>
                  </a:txBody>
                  <a:tcPr marL="39921" marR="39921" marT="19960" marB="19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Description</a:t>
                      </a:r>
                      <a:endParaRPr lang="en-US" sz="1600" b="1"/>
                    </a:p>
                  </a:txBody>
                  <a:tcPr marL="39921" marR="39921" marT="19960" marB="19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Material</a:t>
                      </a:r>
                      <a:endParaRPr lang="en-US" sz="1600"/>
                    </a:p>
                  </a:txBody>
                  <a:tcPr marL="39921" marR="39921" marT="19960" marB="19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effectLst/>
                        </a:rPr>
                        <a:t>QTY</a:t>
                      </a:r>
                      <a:endParaRPr lang="en-US" sz="1600" b="1">
                        <a:effectLst/>
                      </a:endParaRPr>
                    </a:p>
                  </a:txBody>
                  <a:tcPr marL="39921" marR="39921" marT="19960" marB="19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302385">
                <a:tc>
                  <a:txBody>
                    <a:bodyPr/>
                    <a:lstStyle/>
                    <a:p>
                      <a:pPr>
                        <a:buNone/>
                      </a:pPr>
                      <a:r>
                        <a:rPr lang="en-US" sz="1600" b="1" dirty="0">
                          <a:effectLst/>
                        </a:rPr>
                        <a:t>06509800AA</a:t>
                      </a:r>
                      <a:endParaRPr lang="en-US" sz="1600" b="1" dirty="0">
                        <a:effectLst/>
                      </a:endParaRPr>
                    </a:p>
                  </a:txBody>
                  <a:tcPr marL="39921" marR="39921" marT="19960" marB="19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M-4.8 U-Clip, End Cap to wheel liner</a:t>
                      </a:r>
                      <a:endParaRPr lang="en-US" sz="1600" b="1"/>
                    </a:p>
                  </a:txBody>
                  <a:tcPr marL="39921" marR="39921" marT="19960" marB="19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dirty="0">
                          <a:effectLst/>
                        </a:rPr>
                        <a:t>PS-11036</a:t>
                      </a:r>
                      <a:endParaRPr lang="en-US" sz="1600" b="1" dirty="0">
                        <a:effectLst/>
                      </a:endParaRPr>
                    </a:p>
                  </a:txBody>
                  <a:tcPr marL="39921" marR="39921" marT="19960" marB="19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4</a:t>
                      </a:r>
                      <a:endParaRPr lang="en-US" sz="1600" dirty="0"/>
                    </a:p>
                  </a:txBody>
                  <a:tcPr marL="39921" marR="39921" marT="19960" marB="19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9" name="Rectangle 1"/>
          <p:cNvSpPr>
            <a:spLocks noChangeArrowheads="1"/>
          </p:cNvSpPr>
          <p:nvPr/>
        </p:nvSpPr>
        <p:spPr bwMode="auto">
          <a:xfrm>
            <a:off x="3800475" y="17891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ABF0B41BBB6349A95FBDB65C62ABAF" ma:contentTypeVersion="8" ma:contentTypeDescription="Create a new document." ma:contentTypeScope="" ma:versionID="186d9e8c23ff6faf11dae59945871f17">
  <xsd:schema xmlns:xsd="http://www.w3.org/2001/XMLSchema" xmlns:xs="http://www.w3.org/2001/XMLSchema" xmlns:p="http://schemas.microsoft.com/office/2006/metadata/properties" xmlns:ns2="9d8d9344-e19a-4dcc-a9e0-ec43daa2474c" targetNamespace="http://schemas.microsoft.com/office/2006/metadata/properties" ma:root="true" ma:fieldsID="30008bb2aa2cf2c382f2e3567a50027f" ns2:_="">
    <xsd:import namespace="9d8d9344-e19a-4dcc-a9e0-ec43daa2474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8d9344-e19a-4dcc-a9e0-ec43daa247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AAC665B-286A-4CA8-B5DF-C7E9911E4E62}">
  <ds:schemaRefs/>
</ds:datastoreItem>
</file>

<file path=customXml/itemProps2.xml><?xml version="1.0" encoding="utf-8"?>
<ds:datastoreItem xmlns:ds="http://schemas.openxmlformats.org/officeDocument/2006/customXml" ds:itemID="{657E713F-85C0-4B25-9A91-DB094F5357E8}">
  <ds:schemaRefs/>
</ds:datastoreItem>
</file>

<file path=customXml/itemProps3.xml><?xml version="1.0" encoding="utf-8"?>
<ds:datastoreItem xmlns:ds="http://schemas.openxmlformats.org/officeDocument/2006/customXml" ds:itemID="{2E9D3804-C0A2-42DF-ACF3-D039F91103B9}">
  <ds:schemaRefs/>
</ds:datastoreItem>
</file>

<file path=docProps/app.xml><?xml version="1.0" encoding="utf-8"?>
<Properties xmlns="http://schemas.openxmlformats.org/officeDocument/2006/extended-properties" xmlns:vt="http://schemas.openxmlformats.org/officeDocument/2006/docPropsVTypes">
  <TotalTime>0</TotalTime>
  <Words>5865</Words>
  <Application>WPS 演示</Application>
  <PresentationFormat>Widescreen</PresentationFormat>
  <Paragraphs>272</Paragraphs>
  <Slides>11</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11</vt:i4>
      </vt:variant>
    </vt:vector>
  </HeadingPairs>
  <TitlesOfParts>
    <vt:vector size="31" baseType="lpstr">
      <vt:lpstr>Arial</vt:lpstr>
      <vt:lpstr>宋体</vt:lpstr>
      <vt:lpstr>Wingdings</vt:lpstr>
      <vt:lpstr>Arial</vt:lpstr>
      <vt:lpstr>Encode Sans</vt:lpstr>
      <vt:lpstr>Segoe Print</vt:lpstr>
      <vt:lpstr>Encode Sans Expanded</vt:lpstr>
      <vt:lpstr>Calibri</vt:lpstr>
      <vt:lpstr>Aptos Narrow</vt:lpstr>
      <vt:lpstr>Segoe UI Variable Display</vt:lpstr>
      <vt:lpstr>Calibri</vt:lpstr>
      <vt:lpstr>Segoe UI</vt:lpstr>
      <vt:lpstr>Arial Bold Italic</vt:lpstr>
      <vt:lpstr>微软雅黑</vt:lpstr>
      <vt:lpstr>Arial Unicode MS</vt:lpstr>
      <vt:lpstr>等线</vt:lpstr>
      <vt:lpstr>Aptos</vt:lpstr>
      <vt:lpstr>Calibri Light</vt:lpstr>
      <vt:lpstr>等线 Light</vt:lpstr>
      <vt:lpstr>Office Theme</vt:lpstr>
      <vt:lpstr>PowerPoint 演示文稿</vt:lpstr>
      <vt:lpstr>PRODUCT DEFINITION AND SCOPE OF DESIGN &amp; SUPPLY</vt:lpstr>
      <vt:lpstr>PRODUCT DEFINITION AND SCOPE OF DESIGN &amp; SUPPLY</vt:lpstr>
      <vt:lpstr>Scope of Work</vt:lpstr>
      <vt:lpstr>PART SUMMARY</vt:lpstr>
      <vt:lpstr>PART SUMMARY</vt:lpstr>
      <vt:lpstr>PowerPoint 演示文稿</vt:lpstr>
      <vt:lpstr>Mopar 27DT Front Aero Spat Presource Info 05152026</vt:lpstr>
      <vt:lpstr>PowerPoint 演示文稿</vt:lpstr>
      <vt:lpstr>PowerPoint 演示文稿</vt:lpstr>
      <vt:lpstr>Fasteners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WILLIAM IVERSEN (EXTERNAL)</dc:creator>
  <cp:lastModifiedBy>程钰莹</cp:lastModifiedBy>
  <cp:revision>110</cp:revision>
  <dcterms:created xsi:type="dcterms:W3CDTF">2023-09-14T16:59:00Z</dcterms:created>
  <dcterms:modified xsi:type="dcterms:W3CDTF">2026-06-10T16:47:12Z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25ca717-11da-4935-b601-f527b9741f2e_Enabled">
    <vt:lpwstr>true</vt:lpwstr>
  </property>
  <property fmtid="{D5CDD505-2E9C-101B-9397-08002B2CF9AE}" pid="3" name="MSIP_Label_725ca717-11da-4935-b601-f527b9741f2e_SetDate">
    <vt:lpwstr>2024-05-20T09:50:41Z</vt:lpwstr>
  </property>
  <property fmtid="{D5CDD505-2E9C-101B-9397-08002B2CF9AE}" pid="4" name="MSIP_Label_725ca717-11da-4935-b601-f527b9741f2e_Method">
    <vt:lpwstr>Standard</vt:lpwstr>
  </property>
  <property fmtid="{D5CDD505-2E9C-101B-9397-08002B2CF9AE}" pid="5" name="MSIP_Label_725ca717-11da-4935-b601-f527b9741f2e_Name">
    <vt:lpwstr>C2 - Internal</vt:lpwstr>
  </property>
  <property fmtid="{D5CDD505-2E9C-101B-9397-08002B2CF9AE}" pid="6" name="MSIP_Label_725ca717-11da-4935-b601-f527b9741f2e_SiteId">
    <vt:lpwstr>d852d5cd-724c-4128-8812-ffa5db3f8507</vt:lpwstr>
  </property>
  <property fmtid="{D5CDD505-2E9C-101B-9397-08002B2CF9AE}" pid="7" name="MSIP_Label_725ca717-11da-4935-b601-f527b9741f2e_ActionId">
    <vt:lpwstr>96417bda-89e1-489a-a3e2-d4e9d943650c</vt:lpwstr>
  </property>
  <property fmtid="{D5CDD505-2E9C-101B-9397-08002B2CF9AE}" pid="8" name="MSIP_Label_725ca717-11da-4935-b601-f527b9741f2e_ContentBits">
    <vt:lpwstr>0</vt:lpwstr>
  </property>
  <property fmtid="{D5CDD505-2E9C-101B-9397-08002B2CF9AE}" pid="9" name="ContentTypeId">
    <vt:lpwstr>0x01010081ABF0B41BBB6349A95FBDB65C62ABAF</vt:lpwstr>
  </property>
  <property fmtid="{D5CDD505-2E9C-101B-9397-08002B2CF9AE}" pid="10" name="MediaServiceImageTags">
    <vt:lpwstr/>
  </property>
  <property fmtid="{D5CDD505-2E9C-101B-9397-08002B2CF9AE}" pid="11" name="Order">
    <vt:r8>288700</vt:r8>
  </property>
  <property fmtid="{D5CDD505-2E9C-101B-9397-08002B2CF9AE}" pid="12" name="xd_Signature">
    <vt:bool>false</vt:bool>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y fmtid="{D5CDD505-2E9C-101B-9397-08002B2CF9AE}" pid="18" name="ICV">
    <vt:lpwstr>DA68EA1FA6E14872912B7AF9515EFAF4_13</vt:lpwstr>
  </property>
  <property fmtid="{D5CDD505-2E9C-101B-9397-08002B2CF9AE}" pid="19" name="KSOProductBuildVer">
    <vt:lpwstr>2052-12.1.0.24031</vt:lpwstr>
  </property>
</Properties>
</file>