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4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s with a photo">
  <p:cSld name="2 columns with a photo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0979875" y="6489701"/>
            <a:ext cx="72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GB" smtClean="0"/>
            </a:fld>
            <a:endParaRPr lang="en-GB"/>
          </a:p>
        </p:txBody>
      </p:sp>
      <p:sp>
        <p:nvSpPr>
          <p:cNvPr id="46" name="Google Shape;46;p10"/>
          <p:cNvSpPr>
            <a:spLocks noGrp="1"/>
          </p:cNvSpPr>
          <p:nvPr>
            <p:ph type="pic" idx="2"/>
          </p:nvPr>
        </p:nvSpPr>
        <p:spPr>
          <a:xfrm>
            <a:off x="536467" y="3471300"/>
            <a:ext cx="11163600" cy="2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R="0" lvl="1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R="0" lvl="2" algn="l" rtl="0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ncode Sans"/>
              <a:buNone/>
              <a:defRPr sz="14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R="0" lvl="3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Encode Sans"/>
              <a:buNone/>
              <a:defRPr sz="1100" b="1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R="0" lvl="4" algn="l" rtl="0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2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R="0" lvl="5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R="0" lvl="6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R="0" lvl="7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R="0" lvl="8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536467" y="1244200"/>
            <a:ext cx="5538400" cy="18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48" name="Google Shape;48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446370"/>
            <a:ext cx="96774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536467" y="446200"/>
            <a:ext cx="8506000" cy="3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body" idx="3"/>
          </p:nvPr>
        </p:nvSpPr>
        <p:spPr>
          <a:xfrm>
            <a:off x="6171000" y="1244200"/>
            <a:ext cx="5538400" cy="18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marL="91440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1200"/>
            </a:lvl2pPr>
            <a:lvl3pPr marL="137160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900"/>
            </a:lvl3pPr>
            <a:lvl4pPr marL="182880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900"/>
            </a:lvl4pPr>
            <a:lvl5pPr marL="2286000" lvl="4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Char char="•"/>
              <a:defRPr sz="900"/>
            </a:lvl5pPr>
            <a:lvl6pPr marL="274320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title" idx="4"/>
          </p:nvPr>
        </p:nvSpPr>
        <p:spPr>
          <a:xfrm>
            <a:off x="536533" y="6489700"/>
            <a:ext cx="1056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title" idx="5"/>
          </p:nvPr>
        </p:nvSpPr>
        <p:spPr>
          <a:xfrm>
            <a:off x="1592533" y="6489700"/>
            <a:ext cx="480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 sz="7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AI消除_360智图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45" y="73660"/>
            <a:ext cx="11372215" cy="6653530"/>
          </a:xfrm>
          <a:prstGeom prst="rect">
            <a:avLst/>
          </a:prstGeom>
        </p:spPr>
      </p:pic>
      <p:pic>
        <p:nvPicPr>
          <p:cNvPr id="5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" y="3578225"/>
            <a:ext cx="3651250" cy="186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615" y="3504565"/>
            <a:ext cx="3906520" cy="29127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AI消除_360智图 (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055" y="182245"/>
            <a:ext cx="11880850" cy="649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175260"/>
            <a:ext cx="11188065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365" y="137160"/>
            <a:ext cx="10001885" cy="6584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I消除_360智图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25" y="66675"/>
            <a:ext cx="12118340" cy="6791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350" dirty="0">
                <a:solidFill>
                  <a:schemeClr val="bg1"/>
                </a:solidFill>
                <a:latin typeface="Calibri" panose="020F0502020204030204"/>
                <a:sym typeface="Arial Bold Italic" charset="0"/>
              </a:rPr>
              <a:t>KIT BOM</a:t>
            </a:r>
            <a:endParaRPr lang="en-US" sz="135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5"/>
          <p:cNvGraphicFramePr>
            <a:graphicFrameLocks noGrp="1"/>
          </p:cNvGraphicFramePr>
          <p:nvPr/>
        </p:nvGraphicFramePr>
        <p:xfrm>
          <a:off x="1926350" y="940808"/>
          <a:ext cx="4571365" cy="189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"/>
                <a:gridCol w="1802765"/>
                <a:gridCol w="826770"/>
                <a:gridCol w="123063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S.No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Part name 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Qty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Box dim.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Buckle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50*15*40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Nylon Cords/Straps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410*87*37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Fastener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/>
                        <a:t>4</a:t>
                      </a:r>
                      <a:endParaRPr lang="en-US" sz="1400" dirty="0"/>
                    </a:p>
                    <a:p>
                      <a:pPr algn="ctr"/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M8*25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  <a:tr h="39179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I-sheet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NA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5" name="Subtitle 2"/>
          <p:cNvSpPr txBox="1"/>
          <p:nvPr/>
        </p:nvSpPr>
        <p:spPr>
          <a:xfrm>
            <a:off x="1524000" y="3066227"/>
            <a:ext cx="8493551" cy="3627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5" tIns="34275" rIns="68575" bIns="34275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3175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175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sz="1350" b="0" dirty="0"/>
              <a:t>Attachment method of current buckle &amp; straps to Door for reference in below images,</a:t>
            </a:r>
            <a:endParaRPr lang="en-US" sz="1350" b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17" y="3505200"/>
            <a:ext cx="2646275" cy="2914903"/>
          </a:xfrm>
          <a:prstGeom prst="rect">
            <a:avLst/>
          </a:prstGeom>
        </p:spPr>
      </p:pic>
      <p:pic>
        <p:nvPicPr>
          <p:cNvPr id="7" name="Picture 2" descr="Windo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83" y="3609768"/>
            <a:ext cx="3057433" cy="207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409" y="3777941"/>
            <a:ext cx="2737375" cy="190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086600" y="1173035"/>
            <a:ext cx="335058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  <a:sym typeface="Arial Bold Italic" charset="0"/>
              </a:rPr>
              <a:t>( Dimensions are (in ‘mm’) approximate and for referential purposes only)</a:t>
            </a:r>
            <a:endParaRPr lang="en-US" dirty="0">
              <a:solidFill>
                <a:prstClr val="black"/>
              </a:solidFill>
              <a:latin typeface="Calibri" panose="020F0502020204030204"/>
              <a:sym typeface="Arial Bold Italic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WPS 演示</Application>
  <PresentationFormat>宽屏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 Unicode MS</vt:lpstr>
      <vt:lpstr>Calibri</vt:lpstr>
      <vt:lpstr>微软雅黑</vt:lpstr>
      <vt:lpstr>Arial</vt:lpstr>
      <vt:lpstr>Encode Sans</vt:lpstr>
      <vt:lpstr>Segoe Print</vt:lpstr>
      <vt:lpstr>Calibri</vt:lpstr>
      <vt:lpstr>Arial Bold Italic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KIT BOM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蒋玫</cp:lastModifiedBy>
  <cp:revision>5</cp:revision>
  <dcterms:created xsi:type="dcterms:W3CDTF">2023-08-09T12:44:00Z</dcterms:created>
  <dcterms:modified xsi:type="dcterms:W3CDTF">2026-06-15T07:27:04Z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2052-12.1.0.24031</vt:lpwstr>
  </property>
  <property fmtid="{D5CDD505-2E9C-101B-9397-08002B2CF9AE}" pid="3" name="ICV">
    <vt:lpwstr>ECB464F60007494DAAAE043033ED3EF1_13</vt:lpwstr>
  </property>
</Properties>
</file>