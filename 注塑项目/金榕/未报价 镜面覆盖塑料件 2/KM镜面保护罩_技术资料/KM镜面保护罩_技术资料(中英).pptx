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6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I消除_360智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00"/>
            <a:ext cx="12192000" cy="68573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50" y="984250"/>
            <a:ext cx="4953000" cy="215773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190" y="3859530"/>
            <a:ext cx="3319145" cy="274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228600" y="228600"/>
            <a:ext cx="8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1F1F"/>
                </a:solidFill>
              </a:rPr>
              <a:t>【中文翻译】镜面保护罩 KM(图2为产品定义):功能=防玻璃后视镜被盗;材料=ASA BLACK/ABS(原文不译);纹理=COD.003(注意FINAL.docx写COD.001);胶水=Epoxy;装配=与后视镜各调节位至少2mm间隙,沿边贴合不干涉功能;车型KM;颜色黑;件号82219786AA;重量TBD;每套2件(左+右);工艺=注塑成型。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I消除_360智图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蒋玫</cp:lastModifiedBy>
  <cp:revision>8</cp:revision>
  <dcterms:created xsi:type="dcterms:W3CDTF">2023-08-09T12:44:00Z</dcterms:created>
  <dcterms:modified xsi:type="dcterms:W3CDTF">2026-06-15T07:04:39Z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8A0D1A3A587A4905AB94CA5E4026387A_13</vt:lpwstr>
  </property>
</Properties>
</file>