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with a photo">
  <p:cSld name="2 columns with a phot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0979875" y="6489701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536467" y="3471300"/>
            <a:ext cx="11163600" cy="2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ncode Sans"/>
              <a:buNone/>
              <a:defRPr sz="14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ncode Sans"/>
              <a:buNone/>
              <a:defRPr sz="11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536467" y="1244200"/>
            <a:ext cx="5538400" cy="18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8" name="Google Shape;48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446370"/>
            <a:ext cx="9677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536467" y="446200"/>
            <a:ext cx="8506000" cy="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body" idx="3"/>
          </p:nvPr>
        </p:nvSpPr>
        <p:spPr>
          <a:xfrm>
            <a:off x="6171000" y="1244200"/>
            <a:ext cx="5538400" cy="18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title" idx="4"/>
          </p:nvPr>
        </p:nvSpPr>
        <p:spPr>
          <a:xfrm>
            <a:off x="536533" y="6489700"/>
            <a:ext cx="105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title" idx="5"/>
          </p:nvPr>
        </p:nvSpPr>
        <p:spPr>
          <a:xfrm>
            <a:off x="1592533" y="6489700"/>
            <a:ext cx="480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AI消除_360智图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45" y="73660"/>
            <a:ext cx="11372215" cy="6653530"/>
          </a:xfrm>
          <a:prstGeom prst="rect">
            <a:avLst/>
          </a:prstGeom>
        </p:spPr>
      </p:pic>
      <p:pic>
        <p:nvPicPr>
          <p:cNvPr id="5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" y="3578225"/>
            <a:ext cx="3651250" cy="186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15" y="3504565"/>
            <a:ext cx="3906520" cy="2912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【中文翻译】【EJ门袋-空袋 Empty】Chrysler件号 82219370AA。要点:CMF(颜色/材料/表面)定点后确认;须满足DVP全部功能目标与要求;套件含4个带扣Buckle+4个紧固件+2根尼龙绑带;参考图见下,最终设计定点后提供;门饰板上现有绑带位置见右图;袋内无内容物。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AI消除_360智图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182245"/>
            <a:ext cx="11880850" cy="649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【中文翻译】【EJ门袋-旅行套件 Road trip kit】Chrysler件号 82219694AA。要点同上(CMF定点确认;满足DVP;4带扣+4紧固件+2绑带;最终设计定点后给)。旅行主题:含手电、纸、笔、湿巾等出行用品。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175260"/>
            <a:ext cx="11188065" cy="6537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【中文翻译】【EJ门袋-急救包 First aid kit】Chrysler件号 82219665AA。要点同上(CMF定点确认;满足DVP;4带扣+4紧固件+2绑带;最终设计定点后给)。门袋配急救包。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65" y="137160"/>
            <a:ext cx="10001885" cy="6584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【中文翻译】【EJ门袋-宠物套件 Pet Kit】Chrysler件号 82219696AA。要点同上(CMF定点确认;满足DVP;4带扣+4紧固件+2绑带;最终设计定点后给)。门袋配宠物套件。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" y="66675"/>
            <a:ext cx="12118340" cy="6791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286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01F1F"/>
                </a:solidFill>
              </a:rPr>
              <a:t>【中文翻译】【材料明细 Material Details】★最重要★ 带扣Buckle:材料 MS.50042(Polypropylene 聚丙烯PP)、纹理 Sandblast-CPM(喷砂,后续确认)、颜色 Black-TX7;绑带Cord:材料 MS-JZ-12-20、颜色 Black-TX7;紧固件Fastener:材料 Grade 8.8、规格 M8*25mm 沉头螺栓。(材料牌号均保留原文,采购用)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350" dirty="0">
                <a:solidFill>
                  <a:schemeClr val="bg1"/>
                </a:solidFill>
                <a:latin typeface="Calibri" panose="020F0502020204030204"/>
                <a:sym typeface="Arial Bold Italic" charset="0"/>
              </a:rPr>
              <a:t>KIT BOM</a:t>
            </a:r>
            <a:r>
              <a:rPr sz="1000">
                <a:solidFill>
                  <a:srgbClr val="1F6FC0"/>
                </a:solidFill>
              </a:rPr>
              <a:t>  【中】套件物料清单(BOM)</a:t>
            </a:r>
            <a:endParaRPr lang="en-US" sz="135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/>
        </p:nvGraphicFramePr>
        <p:xfrm>
          <a:off x="1926350" y="940808"/>
          <a:ext cx="4571365" cy="189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/>
                <a:gridCol w="1802765"/>
                <a:gridCol w="826770"/>
                <a:gridCol w="123063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S.No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【中】序号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Part name 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【中】零件名称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Qty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【中】数量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Box dim.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【中】包装盒尺寸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Buckle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【中】带扣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50*15*40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Nylon Cords/Straps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【中】尼龙绳/绑带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410*87*37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Fastener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【中】紧固件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/>
                        <a:t>4</a:t>
                      </a:r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M8*25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9179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I-sheet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【中】说明书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</a:t>
                      </a:r>
                      <a:r>
                        <a:rPr sz="1000">
                          <a:solidFill>
                            <a:srgbClr val="1F6FC0"/>
                          </a:solidFill>
                        </a:rPr>
                        <a:t>  【中】无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Subtitle 2"/>
          <p:cNvSpPr txBox="1"/>
          <p:nvPr/>
        </p:nvSpPr>
        <p:spPr>
          <a:xfrm>
            <a:off x="1524000" y="3066227"/>
            <a:ext cx="8493551" cy="3627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sz="1350" b="0" dirty="0"/>
              <a:t>Attachment method of current buckle &amp; straps to Door for reference in below images,</a:t>
            </a:r>
            <a:r>
              <a:rPr sz="1000">
                <a:solidFill>
                  <a:srgbClr val="1F6FC0"/>
                </a:solidFill>
              </a:rPr>
              <a:t>  【中】下图为现有带扣与绑带到车门的连接方式,仅供参考,</a:t>
            </a:r>
            <a:endParaRPr lang="en-US" sz="135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17" y="3505200"/>
            <a:ext cx="2646275" cy="2914903"/>
          </a:xfrm>
          <a:prstGeom prst="rect">
            <a:avLst/>
          </a:prstGeom>
        </p:spPr>
      </p:pic>
      <p:pic>
        <p:nvPicPr>
          <p:cNvPr id="7" name="Picture 2" descr="Windo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83" y="3609768"/>
            <a:ext cx="3057433" cy="207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409" y="3777941"/>
            <a:ext cx="2737375" cy="190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086600" y="1173035"/>
            <a:ext cx="335058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sym typeface="Arial Bold Italic" charset="0"/>
              </a:rPr>
              <a:t>( Dimensions are (in ‘mm’) approximate and for referential purposes only)</a:t>
            </a:r>
            <a:r>
              <a:rPr sz="1000">
                <a:solidFill>
                  <a:srgbClr val="1F6FC0"/>
                </a:solidFill>
              </a:rPr>
              <a:t>  【中】(图中尺寸单位 mm,为近似值,仅供参考)</a:t>
            </a:r>
            <a:endParaRPr lang="en-US" dirty="0">
              <a:solidFill>
                <a:prstClr val="black"/>
              </a:solidFill>
              <a:latin typeface="Calibri" panose="020F0502020204030204"/>
              <a:sym typeface="Arial Bold Italic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演示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Encode Sans</vt:lpstr>
      <vt:lpstr>Segoe Print</vt:lpstr>
      <vt:lpstr>Calibri</vt:lpstr>
      <vt:lpstr>Arial Bold Italic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KIT BOM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蒋玫</cp:lastModifiedBy>
  <cp:revision>5</cp:revision>
  <dcterms:created xsi:type="dcterms:W3CDTF">2023-08-09T12:44:00Z</dcterms:created>
  <dcterms:modified xsi:type="dcterms:W3CDTF">2026-06-15T07:27:04Z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ECB464F60007494DAAAE043033ED3EF1_13</vt:lpwstr>
  </property>
</Properties>
</file>