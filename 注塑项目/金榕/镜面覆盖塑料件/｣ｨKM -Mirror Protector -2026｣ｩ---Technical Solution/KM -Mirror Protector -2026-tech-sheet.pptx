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6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I消除_360智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00"/>
            <a:ext cx="12192000" cy="68573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50" y="984250"/>
            <a:ext cx="4953000" cy="215773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190" y="3859530"/>
            <a:ext cx="3319145" cy="274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I消除_360智图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蒋玫</cp:lastModifiedBy>
  <cp:revision>8</cp:revision>
  <dcterms:created xsi:type="dcterms:W3CDTF">2023-08-09T12:44:00Z</dcterms:created>
  <dcterms:modified xsi:type="dcterms:W3CDTF">2026-06-15T07:04:39Z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8A0D1A3A587A4905AB94CA5E4026387A_13</vt:lpwstr>
  </property>
</Properties>
</file>