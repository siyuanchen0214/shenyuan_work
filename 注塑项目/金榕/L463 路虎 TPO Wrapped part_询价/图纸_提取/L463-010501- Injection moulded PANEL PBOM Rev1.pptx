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eg"/>
  <Override PartName="/ppt/media/image9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487" r:id="rId6"/>
    <p:sldId id="611" r:id="rId7"/>
    <p:sldId id="620" r:id="rId8"/>
    <p:sldId id="624" r:id="rId9"/>
    <p:sldId id="625" r:id="rId10"/>
    <p:sldId id="621" r:id="rId11"/>
    <p:sldId id="623" r:id="rId12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Introduction" id="{D7B3AC35-770D-44B4-9531-5CC05C136DBD}">
          <p14:sldIdLst>
            <p14:sldId id="487"/>
            <p14:sldId id="611"/>
          </p14:sldIdLst>
        </p14:section>
        <p14:section name="6 SEAT ACCESS PANEL" id="{6EECE0C0-5524-47F9-A447-2811B81B6578}">
          <p14:sldIdLst>
            <p14:sldId id="620"/>
            <p14:sldId id="624"/>
            <p14:sldId id="625"/>
            <p14:sldId id="621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680"/>
    <a:srgbClr val="03BEBE"/>
    <a:srgbClr val="029494"/>
    <a:srgbClr val="D1BD82"/>
    <a:srgbClr val="C4C4C4"/>
    <a:srgbClr val="D6EDF6"/>
    <a:srgbClr val="D2AA87"/>
    <a:srgbClr val="E8AB59"/>
    <a:srgbClr val="A6C3C1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72" autoAdjust="0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vind Kuber" userId="4893e250-5c01-45bf-8543-7b9d5a01a206" providerId="ADAL" clId="{0012DAC0-8FA0-4ED6-9D9A-8AB0915E0AC7}"/>
    <pc:docChg chg="modSld delMainMaster">
      <pc:chgData name="Govind Kuber" userId="4893e250-5c01-45bf-8543-7b9d5a01a206" providerId="ADAL" clId="{0012DAC0-8FA0-4ED6-9D9A-8AB0915E0AC7}" dt="2026-06-29T09:36:48.037" v="1"/>
      <pc:docMkLst>
        <pc:docMk/>
      </pc:docMkLst>
      <pc:sldChg chg="modSp">
        <pc:chgData name="Govind Kuber" userId="4893e250-5c01-45bf-8543-7b9d5a01a206" providerId="ADAL" clId="{0012DAC0-8FA0-4ED6-9D9A-8AB0915E0AC7}" dt="2026-06-29T09:36:36.766" v="0"/>
        <pc:sldMkLst>
          <pc:docMk/>
          <pc:sldMk cId="961987541" sldId="621"/>
        </pc:sldMkLst>
      </pc:sldChg>
    </pc:docChg>
  </pc:docChgLst>
  <pc:docChgLst>
    <pc:chgData name="Marton Minda" userId="b62f73c3-839a-4195-813a-e2e47337f090" providerId="ADAL" clId="{0847A41B-4E43-497D-AC87-CEC9D541B716}"/>
    <pc:docChg chg="undo redo custSel addSld delSld modSld modSection">
      <pc:chgData name="Marton Minda" userId="b62f73c3-839a-4195-813a-e2e47337f090" providerId="ADAL" clId="{0847A41B-4E43-497D-AC87-CEC9D541B716}" dt="2026-07-17T08:53:53.388" v="636" actId="20577"/>
      <pc:docMkLst>
        <pc:docMk/>
      </pc:docMkLst>
      <pc:sldChg chg="modSp mod">
        <pc:chgData name="Marton Minda" userId="b62f73c3-839a-4195-813a-e2e47337f090" providerId="ADAL" clId="{0847A41B-4E43-497D-AC87-CEC9D541B716}" dt="2026-07-17T08:53:53.388" v="636" actId="20577"/>
        <pc:sldMkLst>
          <pc:docMk/>
          <pc:sldMk cId="2637920672" sldId="487"/>
        </pc:sldMkLst>
        <pc:spChg chg="mod">
          <ac:chgData name="Marton Minda" userId="b62f73c3-839a-4195-813a-e2e47337f090" providerId="ADAL" clId="{0847A41B-4E43-497D-AC87-CEC9D541B716}" dt="2026-07-07T12:20:24.285" v="178" actId="20577"/>
          <ac:spMkLst>
            <pc:docMk/>
            <pc:sldMk cId="2637920672" sldId="487"/>
            <ac:spMk id="6" creationId="{4E32432B-DE5B-8063-E9E2-70AE65DBA317}"/>
          </ac:spMkLst>
        </pc:spChg>
        <pc:spChg chg="mod">
          <ac:chgData name="Marton Minda" userId="b62f73c3-839a-4195-813a-e2e47337f090" providerId="ADAL" clId="{0847A41B-4E43-497D-AC87-CEC9D541B716}" dt="2026-07-17T08:53:53.388" v="636" actId="20577"/>
          <ac:spMkLst>
            <pc:docMk/>
            <pc:sldMk cId="2637920672" sldId="487"/>
            <ac:spMk id="7" creationId="{30FE2F41-71D9-76D7-F5CA-879D36EDA377}"/>
          </ac:spMkLst>
        </pc:spChg>
      </pc:sldChg>
      <pc:sldChg chg="modSp mod">
        <pc:chgData name="Marton Minda" userId="b62f73c3-839a-4195-813a-e2e47337f090" providerId="ADAL" clId="{0847A41B-4E43-497D-AC87-CEC9D541B716}" dt="2026-07-07T11:35:20.238" v="2" actId="5793"/>
        <pc:sldMkLst>
          <pc:docMk/>
          <pc:sldMk cId="537972269" sldId="611"/>
        </pc:sldMkLst>
        <pc:spChg chg="mod">
          <ac:chgData name="Marton Minda" userId="b62f73c3-839a-4195-813a-e2e47337f090" providerId="ADAL" clId="{0847A41B-4E43-497D-AC87-CEC9D541B716}" dt="2026-07-07T11:35:20.238" v="2" actId="5793"/>
          <ac:spMkLst>
            <pc:docMk/>
            <pc:sldMk cId="537972269" sldId="611"/>
            <ac:spMk id="4" creationId="{8E8FC0AB-9C93-FEE0-F9C4-27846C0B38CF}"/>
          </ac:spMkLst>
        </pc:spChg>
      </pc:sldChg>
      <pc:sldChg chg="delSp modSp mod">
        <pc:chgData name="Marton Minda" userId="b62f73c3-839a-4195-813a-e2e47337f090" providerId="ADAL" clId="{0847A41B-4E43-497D-AC87-CEC9D541B716}" dt="2026-07-09T07:43:56.884" v="348" actId="478"/>
        <pc:sldMkLst>
          <pc:docMk/>
          <pc:sldMk cId="3479355515" sldId="620"/>
        </pc:sldMkLst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12" creationId="{5DC30EDA-00A1-B895-7EE8-8379CA349A4E}"/>
          </ac:spMkLst>
        </pc:spChg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15" creationId="{B48A2611-63EB-E6FD-D739-CDF1A965B446}"/>
          </ac:spMkLst>
        </pc:spChg>
        <pc:spChg chg="mod">
          <ac:chgData name="Marton Minda" userId="b62f73c3-839a-4195-813a-e2e47337f090" providerId="ADAL" clId="{0847A41B-4E43-497D-AC87-CEC9D541B716}" dt="2026-07-07T13:39:30.183" v="179" actId="1035"/>
          <ac:spMkLst>
            <pc:docMk/>
            <pc:sldMk cId="3479355515" sldId="620"/>
            <ac:spMk id="34" creationId="{66D1CB5D-37DC-7B7C-8B11-598E2542B72C}"/>
          </ac:spMkLst>
        </pc:spChg>
        <pc:graphicFrameChg chg="modGraphic">
          <ac:chgData name="Marton Minda" userId="b62f73c3-839a-4195-813a-e2e47337f090" providerId="ADAL" clId="{0847A41B-4E43-497D-AC87-CEC9D541B716}" dt="2026-07-07T11:39:23.886" v="32" actId="2165"/>
          <ac:graphicFrameMkLst>
            <pc:docMk/>
            <pc:sldMk cId="3479355515" sldId="620"/>
            <ac:graphicFrameMk id="10" creationId="{0C41ADB7-11CF-BEFE-9EDB-A4662E35A976}"/>
          </ac:graphicFrameMkLst>
        </pc:graphicFrameChg>
        <pc:picChg chg="mod">
          <ac:chgData name="Marton Minda" userId="b62f73c3-839a-4195-813a-e2e47337f090" providerId="ADAL" clId="{0847A41B-4E43-497D-AC87-CEC9D541B716}" dt="2026-07-07T13:39:30.183" v="179" actId="1035"/>
          <ac:picMkLst>
            <pc:docMk/>
            <pc:sldMk cId="3479355515" sldId="620"/>
            <ac:picMk id="4" creationId="{F8F33CFC-2026-7C85-BF62-EF96A43D7A2C}"/>
          </ac:picMkLst>
        </pc:pic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9" creationId="{BE6321B4-83CD-ADA8-BBF6-E6E9373EE6EB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16" creationId="{F839DA56-FD8B-0A38-A8BF-6A9EAE5B761A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26" creationId="{9B685FE5-B6DF-E3B1-13F8-E0C56B966F25}"/>
          </ac:cxnSpMkLst>
        </pc:cxnChg>
        <pc:cxnChg chg="mod">
          <ac:chgData name="Marton Minda" userId="b62f73c3-839a-4195-813a-e2e47337f090" providerId="ADAL" clId="{0847A41B-4E43-497D-AC87-CEC9D541B716}" dt="2026-07-07T13:39:30.183" v="179" actId="1035"/>
          <ac:cxnSpMkLst>
            <pc:docMk/>
            <pc:sldMk cId="3479355515" sldId="620"/>
            <ac:cxnSpMk id="33" creationId="{08033091-E99C-438A-EE73-CA90F48B8BD8}"/>
          </ac:cxnSpMkLst>
        </pc:cxnChg>
      </pc:sldChg>
      <pc:sldChg chg="addSp delSp modSp mod">
        <pc:chgData name="Marton Minda" userId="b62f73c3-839a-4195-813a-e2e47337f090" providerId="ADAL" clId="{0847A41B-4E43-497D-AC87-CEC9D541B716}" dt="2026-07-15T07:50:59.502" v="634" actId="478"/>
        <pc:sldMkLst>
          <pc:docMk/>
          <pc:sldMk cId="961987541" sldId="621"/>
        </pc:sldMkLst>
        <pc:spChg chg="add">
          <ac:chgData name="Marton Minda" userId="b62f73c3-839a-4195-813a-e2e47337f090" providerId="ADAL" clId="{0847A41B-4E43-497D-AC87-CEC9D541B716}" dt="2026-07-09T07:50:51.730" v="468" actId="22"/>
          <ac:spMkLst>
            <pc:docMk/>
            <pc:sldMk cId="961987541" sldId="621"/>
            <ac:spMk id="15" creationId="{0ED6EFA1-94CC-3589-37C1-14D4890A434D}"/>
          </ac:spMkLst>
        </pc:spChg>
        <pc:picChg chg="add del mod">
          <ac:chgData name="Marton Minda" userId="b62f73c3-839a-4195-813a-e2e47337f090" providerId="ADAL" clId="{0847A41B-4E43-497D-AC87-CEC9D541B716}" dt="2026-07-15T07:50:57.275" v="633" actId="14826"/>
          <ac:picMkLst>
            <pc:docMk/>
            <pc:sldMk cId="961987541" sldId="621"/>
            <ac:picMk id="3" creationId="{AEB2118D-0605-A01E-E8D7-08642D27CDE9}"/>
          </ac:picMkLst>
        </pc:picChg>
        <pc:picChg chg="add">
          <ac:chgData name="Marton Minda" userId="b62f73c3-839a-4195-813a-e2e47337f090" providerId="ADAL" clId="{0847A41B-4E43-497D-AC87-CEC9D541B716}" dt="2026-07-07T11:38:47.837" v="29" actId="22"/>
          <ac:picMkLst>
            <pc:docMk/>
            <pc:sldMk cId="961987541" sldId="621"/>
            <ac:picMk id="10" creationId="{6630ACBF-B860-9B11-9973-DBBE20D26839}"/>
          </ac:picMkLst>
        </pc:picChg>
      </pc:sldChg>
      <pc:sldChg chg="addSp delSp modSp mod">
        <pc:chgData name="Marton Minda" userId="b62f73c3-839a-4195-813a-e2e47337f090" providerId="ADAL" clId="{0847A41B-4E43-497D-AC87-CEC9D541B716}" dt="2026-07-09T07:52:46.602" v="516" actId="478"/>
        <pc:sldMkLst>
          <pc:docMk/>
          <pc:sldMk cId="4277588596" sldId="623"/>
        </pc:sldMkLst>
        <pc:spChg chg="mod">
          <ac:chgData name="Marton Minda" userId="b62f73c3-839a-4195-813a-e2e47337f090" providerId="ADAL" clId="{0847A41B-4E43-497D-AC87-CEC9D541B716}" dt="2026-07-07T12:12:30.616" v="42" actId="1076"/>
          <ac:spMkLst>
            <pc:docMk/>
            <pc:sldMk cId="4277588596" sldId="623"/>
            <ac:spMk id="15" creationId="{62D93078-D3FC-8BAA-60AB-3450EB8A5675}"/>
          </ac:spMkLst>
        </pc:spChg>
        <pc:spChg chg="mod">
          <ac:chgData name="Marton Minda" userId="b62f73c3-839a-4195-813a-e2e47337f090" providerId="ADAL" clId="{0847A41B-4E43-497D-AC87-CEC9D541B716}" dt="2026-07-09T07:50:45.059" v="467" actId="14100"/>
          <ac:spMkLst>
            <pc:docMk/>
            <pc:sldMk cId="4277588596" sldId="623"/>
            <ac:spMk id="31" creationId="{D7599FDC-876A-1A99-DB2D-8993E07CA5F3}"/>
          </ac:spMkLst>
        </pc:spChg>
        <pc:picChg chg="mod">
          <ac:chgData name="Marton Minda" userId="b62f73c3-839a-4195-813a-e2e47337f090" providerId="ADAL" clId="{0847A41B-4E43-497D-AC87-CEC9D541B716}" dt="2026-07-07T12:12:06.341" v="34"/>
          <ac:picMkLst>
            <pc:docMk/>
            <pc:sldMk cId="4277588596" sldId="623"/>
            <ac:picMk id="3" creationId="{3AA06033-A045-A37B-4D07-172BE8BB96BE}"/>
          </ac:picMkLst>
        </pc:picChg>
        <pc:picChg chg="add mod">
          <ac:chgData name="Marton Minda" userId="b62f73c3-839a-4195-813a-e2e47337f090" providerId="ADAL" clId="{0847A41B-4E43-497D-AC87-CEC9D541B716}" dt="2026-07-09T07:52:31.105" v="514" actId="1076"/>
          <ac:picMkLst>
            <pc:docMk/>
            <pc:sldMk cId="4277588596" sldId="623"/>
            <ac:picMk id="4" creationId="{A959D3CF-4F9C-A362-AA65-4E8E22C6812C}"/>
          </ac:picMkLst>
        </pc:picChg>
        <pc:picChg chg="mod">
          <ac:chgData name="Marton Minda" userId="b62f73c3-839a-4195-813a-e2e47337f090" providerId="ADAL" clId="{0847A41B-4E43-497D-AC87-CEC9D541B716}" dt="2026-07-07T12:18:32.219" v="112" actId="14826"/>
          <ac:picMkLst>
            <pc:docMk/>
            <pc:sldMk cId="4277588596" sldId="623"/>
            <ac:picMk id="18" creationId="{20F3495D-0B06-3650-730B-52D7AAD9828D}"/>
          </ac:picMkLst>
        </pc:pic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8" creationId="{67578FAA-AFF8-B609-D785-18DA58AD452F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0" creationId="{B10E22A8-7A79-8834-CA28-626031A6DA2E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1" creationId="{7C06D6CF-0F3A-071E-1B4F-6EAB4B497E83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5" creationId="{CA8D9D57-99E1-E567-26A4-C6BDB97865A6}"/>
          </ac:cxnSpMkLst>
        </pc:cxnChg>
        <pc:cxnChg chg="mod">
          <ac:chgData name="Marton Minda" userId="b62f73c3-839a-4195-813a-e2e47337f090" providerId="ADAL" clId="{0847A41B-4E43-497D-AC87-CEC9D541B716}" dt="2026-07-07T12:19:26.283" v="146" actId="208"/>
          <ac:cxnSpMkLst>
            <pc:docMk/>
            <pc:sldMk cId="4277588596" sldId="623"/>
            <ac:cxnSpMk id="27" creationId="{02036C6D-DA30-601B-51E1-DC9A306900A7}"/>
          </ac:cxnSpMkLst>
        </pc:cxnChg>
        <pc:cxnChg chg="mod">
          <ac:chgData name="Marton Minda" userId="b62f73c3-839a-4195-813a-e2e47337f090" providerId="ADAL" clId="{0847A41B-4E43-497D-AC87-CEC9D541B716}" dt="2026-07-07T12:19:38.649" v="149" actId="14100"/>
          <ac:cxnSpMkLst>
            <pc:docMk/>
            <pc:sldMk cId="4277588596" sldId="623"/>
            <ac:cxnSpMk id="28" creationId="{27857408-A897-143D-3C26-A92CE85A68B7}"/>
          </ac:cxnSpMkLst>
        </pc:cxnChg>
        <pc:cxnChg chg="mod">
          <ac:chgData name="Marton Minda" userId="b62f73c3-839a-4195-813a-e2e47337f090" providerId="ADAL" clId="{0847A41B-4E43-497D-AC87-CEC9D541B716}" dt="2026-07-07T12:19:47.315" v="153" actId="1035"/>
          <ac:cxnSpMkLst>
            <pc:docMk/>
            <pc:sldMk cId="4277588596" sldId="623"/>
            <ac:cxnSpMk id="30" creationId="{F357A81A-6E2B-D18E-8041-C13CC304F37D}"/>
          </ac:cxnSpMkLst>
        </pc:cxnChg>
        <pc:cxnChg chg="mod">
          <ac:chgData name="Marton Minda" userId="b62f73c3-839a-4195-813a-e2e47337f090" providerId="ADAL" clId="{0847A41B-4E43-497D-AC87-CEC9D541B716}" dt="2026-07-07T12:19:54.136" v="156" actId="14100"/>
          <ac:cxnSpMkLst>
            <pc:docMk/>
            <pc:sldMk cId="4277588596" sldId="623"/>
            <ac:cxnSpMk id="32" creationId="{24610F41-5C98-D70A-A11B-911388078FF8}"/>
          </ac:cxnSpMkLst>
        </pc:cxnChg>
        <pc:cxnChg chg="mod">
          <ac:chgData name="Marton Minda" userId="b62f73c3-839a-4195-813a-e2e47337f090" providerId="ADAL" clId="{0847A41B-4E43-497D-AC87-CEC9D541B716}" dt="2026-07-07T12:19:58.891" v="158" actId="14100"/>
          <ac:cxnSpMkLst>
            <pc:docMk/>
            <pc:sldMk cId="4277588596" sldId="623"/>
            <ac:cxnSpMk id="33" creationId="{B6B722F8-5FF8-9ABD-E5F5-E9762486BA53}"/>
          </ac:cxnSpMkLst>
        </pc:cxnChg>
        <pc:cxnChg chg="mod">
          <ac:chgData name="Marton Minda" userId="b62f73c3-839a-4195-813a-e2e47337f090" providerId="ADAL" clId="{0847A41B-4E43-497D-AC87-CEC9D541B716}" dt="2026-07-07T12:20:03.870" v="160" actId="14100"/>
          <ac:cxnSpMkLst>
            <pc:docMk/>
            <pc:sldMk cId="4277588596" sldId="623"/>
            <ac:cxnSpMk id="34" creationId="{68CE45A1-19FF-5337-E54C-1FDE4CE6E1E1}"/>
          </ac:cxnSpMkLst>
        </pc:cxnChg>
      </pc:sldChg>
      <pc:sldChg chg="delSp">
        <pc:chgData name="Marton Minda" userId="b62f73c3-839a-4195-813a-e2e47337f090" providerId="ADAL" clId="{0847A41B-4E43-497D-AC87-CEC9D541B716}" dt="2026-07-09T07:44:04.423" v="349" actId="478"/>
        <pc:sldMkLst>
          <pc:docMk/>
          <pc:sldMk cId="2099629965" sldId="624"/>
        </pc:sldMkLst>
      </pc:sldChg>
      <pc:sldChg chg="addSp delSp modSp mod">
        <pc:chgData name="Marton Minda" userId="b62f73c3-839a-4195-813a-e2e47337f090" providerId="ADAL" clId="{0847A41B-4E43-497D-AC87-CEC9D541B716}" dt="2026-07-09T07:53:55.827" v="528" actId="14100"/>
        <pc:sldMkLst>
          <pc:docMk/>
          <pc:sldMk cId="301962981" sldId="625"/>
        </pc:sldMkLst>
        <pc:picChg chg="mod">
          <ac:chgData name="Marton Minda" userId="b62f73c3-839a-4195-813a-e2e47337f090" providerId="ADAL" clId="{0847A41B-4E43-497D-AC87-CEC9D541B716}" dt="2026-07-09T07:53:55.827" v="528" actId="14100"/>
          <ac:picMkLst>
            <pc:docMk/>
            <pc:sldMk cId="301962981" sldId="625"/>
            <ac:picMk id="3" creationId="{73A1E0FB-B48E-52E7-C897-BF150B8C454D}"/>
          </ac:picMkLst>
        </pc:picChg>
      </pc:sldChg>
    </pc:docChg>
  </pc:docChgLst>
  <pc:docChgLst>
    <pc:chgData name="Govind Kuber" userId="4893e250-5c01-45bf-8543-7b9d5a01a206" providerId="ADAL" clId="{729CECA7-1335-4421-9129-EC685FAB08FA}"/>
    <pc:docChg chg="custSel modSld">
      <pc:chgData name="Govind Kuber" userId="4893e250-5c01-45bf-8543-7b9d5a01a206" providerId="ADAL" clId="{729CECA7-1335-4421-9129-EC685FAB08FA}" dt="2026-07-03T10:38:12.455" v="60" actId="20577"/>
      <pc:docMkLst>
        <pc:docMk/>
      </pc:docMkLst>
      <pc:sldChg chg="addSp delSp modSp mod">
        <pc:chgData name="Govind Kuber" userId="4893e250-5c01-45bf-8543-7b9d5a01a206" providerId="ADAL" clId="{729CECA7-1335-4421-9129-EC685FAB08FA}" dt="2026-07-03T10:38:12.455" v="60" actId="20577"/>
        <pc:sldMkLst>
          <pc:docMk/>
          <pc:sldMk cId="3479355515" sldId="620"/>
        </pc:sldMkLst>
        <pc:spChg chg="mod">
          <ac:chgData name="Govind Kuber" userId="4893e250-5c01-45bf-8543-7b9d5a01a206" providerId="ADAL" clId="{729CECA7-1335-4421-9129-EC685FAB08FA}" dt="2026-07-03T10:34:39.163" v="6" actId="20577"/>
          <ac:spMkLst>
            <pc:docMk/>
            <pc:sldMk cId="3479355515" sldId="620"/>
            <ac:spMk id="12" creationId="{5DC30EDA-00A1-B895-7EE8-8379CA349A4E}"/>
          </ac:spMkLst>
        </pc:spChg>
        <pc:spChg chg="add mod">
          <ac:chgData name="Govind Kuber" userId="4893e250-5c01-45bf-8543-7b9d5a01a206" providerId="ADAL" clId="{729CECA7-1335-4421-9129-EC685FAB08FA}" dt="2026-07-03T10:38:12.455" v="60" actId="20577"/>
          <ac:spMkLst>
            <pc:docMk/>
            <pc:sldMk cId="3479355515" sldId="620"/>
            <ac:spMk id="17" creationId="{BA707D46-F8EF-DF9C-755A-4A2D8F18142D}"/>
          </ac:spMkLst>
        </pc:spChg>
        <pc:spChg chg="mod">
          <ac:chgData name="Govind Kuber" userId="4893e250-5c01-45bf-8543-7b9d5a01a206" providerId="ADAL" clId="{729CECA7-1335-4421-9129-EC685FAB08FA}" dt="2026-07-03T10:35:41.161" v="18" actId="20577"/>
          <ac:spMkLst>
            <pc:docMk/>
            <pc:sldMk cId="3479355515" sldId="620"/>
            <ac:spMk id="34" creationId="{66D1CB5D-37DC-7B7C-8B11-598E2542B72C}"/>
          </ac:spMkLst>
        </pc:spChg>
        <pc:graphicFrameChg chg="modGraphic">
          <ac:chgData name="Govind Kuber" userId="4893e250-5c01-45bf-8543-7b9d5a01a206" providerId="ADAL" clId="{729CECA7-1335-4421-9129-EC685FAB08FA}" dt="2026-07-03T10:34:50.765" v="9" actId="2164"/>
          <ac:graphicFrameMkLst>
            <pc:docMk/>
            <pc:sldMk cId="3479355515" sldId="620"/>
            <ac:graphicFrameMk id="10" creationId="{0C41ADB7-11CF-BEFE-9EDB-A4662E35A976}"/>
          </ac:graphicFrameMkLst>
        </pc:graphicFrameChg>
        <pc:picChg chg="mod">
          <ac:chgData name="Govind Kuber" userId="4893e250-5c01-45bf-8543-7b9d5a01a206" providerId="ADAL" clId="{729CECA7-1335-4421-9129-EC685FAB08FA}" dt="2026-07-03T10:35:35.723" v="16" actId="1076"/>
          <ac:picMkLst>
            <pc:docMk/>
            <pc:sldMk cId="3479355515" sldId="620"/>
            <ac:picMk id="4" creationId="{F8F33CFC-2026-7C85-BF62-EF96A43D7A2C}"/>
          </ac:picMkLst>
        </pc:picChg>
        <pc:cxnChg chg="mod">
          <ac:chgData name="Govind Kuber" userId="4893e250-5c01-45bf-8543-7b9d5a01a206" providerId="ADAL" clId="{729CECA7-1335-4421-9129-EC685FAB08FA}" dt="2026-07-03T10:34:29.143" v="3" actId="1076"/>
          <ac:cxnSpMkLst>
            <pc:docMk/>
            <pc:sldMk cId="3479355515" sldId="620"/>
            <ac:cxnSpMk id="9" creationId="{BE6321B4-83CD-ADA8-BBF6-E6E9373EE6EB}"/>
          </ac:cxnSpMkLst>
        </pc:cxnChg>
        <pc:cxnChg chg="mod">
          <ac:chgData name="Govind Kuber" userId="4893e250-5c01-45bf-8543-7b9d5a01a206" providerId="ADAL" clId="{729CECA7-1335-4421-9129-EC685FAB08FA}" dt="2026-07-03T10:34:26.764" v="2" actId="14100"/>
          <ac:cxnSpMkLst>
            <pc:docMk/>
            <pc:sldMk cId="3479355515" sldId="620"/>
            <ac:cxnSpMk id="26" creationId="{9B685FE5-B6DF-E3B1-13F8-E0C56B966F25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E977F2-1BCD-C055-8FAB-FE5F987598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1F139-862D-47B4-8516-32E9472882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AA002-F1AD-47B2-9A22-7BE1E387DD27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69254-3935-D98A-38D4-D75FAE3D84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1E0EF-8F94-B380-3A9D-F96BF5BAE5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696B9-3797-4206-B6D8-9F52F26B9E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92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C8483-36E6-40A1-88C5-D34F55D9C90A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E0ED7-4491-4840-8E02-598FBFEF1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09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E0ED7-4491-4840-8E02-598FBFEF1DD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7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19C9054-459C-9FFA-49F2-9B46B280B31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772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1B88C5-5409-5F79-7C7A-3B07739B14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322512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TITLE: THE TITLE OF THE PPT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D714A8-0595-9D2B-ECA1-5C051A5B9E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6084512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 AND DATE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9AE952C-D3BE-E211-9269-FF9C10C73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27DA44AB-1985-D58E-3488-E0AAB99454E8}"/>
              </a:ext>
            </a:extLst>
          </p:cNvPr>
          <p:cNvSpPr txBox="1"/>
          <p:nvPr userDrawn="1"/>
        </p:nvSpPr>
        <p:spPr>
          <a:xfrm>
            <a:off x="9052942" y="6515701"/>
            <a:ext cx="2916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n-GB" sz="700" b="0" dirty="0">
                <a:solidFill>
                  <a:schemeClr val="bg1"/>
                </a:solidFill>
                <a:latin typeface="JLR Emeric ExtraLight"/>
                <a:cs typeface="JLR Emeric ExtraLight"/>
              </a:rPr>
              <a:t>Jaguar Land Rover Confidential ©2025</a:t>
            </a:r>
            <a:endParaRPr lang="en-GB" sz="700" dirty="0">
              <a:solidFill>
                <a:schemeClr val="bg1"/>
              </a:solidFill>
              <a:latin typeface="JLR Emeric ExtraLight"/>
              <a:cs typeface="JLR Emeric Extra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D0E7517D-5F96-B51D-2147-7E01B6F8A4C4}"/>
              </a:ext>
            </a:extLst>
          </p:cNvPr>
          <p:cNvPicPr/>
          <p:nvPr userDrawn="1"/>
        </p:nvPicPr>
        <p:blipFill rotWithShape="1">
          <a:blip r:embed="rId2" cstate="print"/>
          <a:srcRect r="52312"/>
          <a:stretch/>
        </p:blipFill>
        <p:spPr>
          <a:xfrm>
            <a:off x="0" y="0"/>
            <a:ext cx="5814126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64E4DC5-B59E-9BC0-D70C-286753878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7118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345BB0B-DDDC-9DA7-0ACE-A24D0FAE2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04F8485-7F5B-97AC-9758-0B27FB86BA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8400" y="1581150"/>
            <a:ext cx="52578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16pt.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ExtraLight14pt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A36C69-9DBD-7867-B4BE-8E8B48C46A79}"/>
              </a:ext>
            </a:extLst>
          </p:cNvPr>
          <p:cNvGrpSpPr/>
          <p:nvPr userDrawn="1"/>
        </p:nvGrpSpPr>
        <p:grpSpPr>
          <a:xfrm>
            <a:off x="546102" y="6579393"/>
            <a:ext cx="4940298" cy="136576"/>
            <a:chOff x="698499" y="6579658"/>
            <a:chExt cx="4940298" cy="136576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B63B1759-21A9-B9B3-29D6-1AF5A134CE9E}"/>
                </a:ext>
              </a:extLst>
            </p:cNvPr>
            <p:cNvSpPr/>
            <p:nvPr userDrawn="1"/>
          </p:nvSpPr>
          <p:spPr>
            <a:xfrm>
              <a:off x="2143377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19BF9A72-8C8D-C613-599D-0FD0C50095CF}"/>
                </a:ext>
              </a:extLst>
            </p:cNvPr>
            <p:cNvSpPr/>
            <p:nvPr userDrawn="1"/>
          </p:nvSpPr>
          <p:spPr>
            <a:xfrm>
              <a:off x="2890724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8CF7462F-0AB0-1E02-0292-328F7C34D344}"/>
                </a:ext>
              </a:extLst>
            </p:cNvPr>
            <p:cNvSpPr/>
            <p:nvPr userDrawn="1"/>
          </p:nvSpPr>
          <p:spPr>
            <a:xfrm>
              <a:off x="3976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62E41481-B617-2012-5179-74792AB6CC8C}"/>
                </a:ext>
              </a:extLst>
            </p:cNvPr>
            <p:cNvSpPr txBox="1"/>
            <p:nvPr userDrawn="1"/>
          </p:nvSpPr>
          <p:spPr>
            <a:xfrm>
              <a:off x="698499" y="6579658"/>
              <a:ext cx="132780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CUSTOMER LOVE</a:t>
              </a:r>
              <a:endParaRPr lang="en-GB"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0E2FB098-F0CD-C3BF-49B0-4D029A8C40DE}"/>
                </a:ext>
              </a:extLst>
            </p:cNvPr>
            <p:cNvSpPr txBox="1"/>
            <p:nvPr userDrawn="1"/>
          </p:nvSpPr>
          <p:spPr>
            <a:xfrm>
              <a:off x="2260454" y="6579658"/>
              <a:ext cx="513193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UNITY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5ADDB7FB-2C5F-AB2B-F76F-F33055757F99}"/>
                </a:ext>
              </a:extLst>
            </p:cNvPr>
            <p:cNvSpPr txBox="1"/>
            <p:nvPr userDrawn="1"/>
          </p:nvSpPr>
          <p:spPr>
            <a:xfrm>
              <a:off x="3007801" y="6579658"/>
              <a:ext cx="85115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INTEGRITY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7EE4828C-4A67-5FBA-11C0-DB7B5E3440CD}"/>
                </a:ext>
              </a:extLst>
            </p:cNvPr>
            <p:cNvSpPr txBox="1"/>
            <p:nvPr userDrawn="1"/>
          </p:nvSpPr>
          <p:spPr>
            <a:xfrm>
              <a:off x="4093106" y="6579658"/>
              <a:ext cx="684846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GROWTH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25" name="object 11">
              <a:extLst>
                <a:ext uri="{FF2B5EF4-FFF2-40B4-BE49-F238E27FC236}">
                  <a16:creationId xmlns:a16="http://schemas.microsoft.com/office/drawing/2014/main" id="{7005158E-BF3D-34A0-AFF8-841E27BBDAC2}"/>
                </a:ext>
              </a:extLst>
            </p:cNvPr>
            <p:cNvSpPr/>
            <p:nvPr userDrawn="1"/>
          </p:nvSpPr>
          <p:spPr>
            <a:xfrm>
              <a:off x="4895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32F8822B-9E44-A764-E3A1-133ADB7B399F}"/>
                </a:ext>
              </a:extLst>
            </p:cNvPr>
            <p:cNvSpPr txBox="1"/>
            <p:nvPr userDrawn="1"/>
          </p:nvSpPr>
          <p:spPr>
            <a:xfrm>
              <a:off x="5012103" y="6579658"/>
              <a:ext cx="626694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IMPACT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</p:grp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854870F-4AC0-7566-C8CC-67B4AA5708C8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3EE4290-6BCF-2EE2-F72D-4B955AB03E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6FFB7AE-60E1-1F98-0125-E56013EC02A3}"/>
              </a:ext>
            </a:extLst>
          </p:cNvPr>
          <p:cNvPicPr/>
          <p:nvPr userDrawn="1"/>
        </p:nvPicPr>
        <p:blipFill rotWithShape="1">
          <a:blip r:embed="rId2" cstate="print"/>
          <a:srcRect r="97552"/>
          <a:stretch/>
        </p:blipFill>
        <p:spPr>
          <a:xfrm>
            <a:off x="0" y="0"/>
            <a:ext cx="298449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0305B-25DA-A095-A93F-7DC0347747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F34D1C-02F0-E70F-B8FC-5BD5C5C4FC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2C8C7D95-5862-A061-D761-6C36355246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D024BA9E-6C2A-7995-55BC-2E8E44F5E019}"/>
              </a:ext>
            </a:extLst>
          </p:cNvPr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99E0557C-3FBF-715C-D34D-001B23245398}"/>
              </a:ext>
            </a:extLst>
          </p:cNvPr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308282CB-1919-B0FD-59D0-C0D7FEA27C4F}"/>
              </a:ext>
            </a:extLst>
          </p:cNvPr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1CF93A31-32C7-ED1B-36B6-EAE41F4C028E}"/>
              </a:ext>
            </a:extLst>
          </p:cNvPr>
          <p:cNvSpPr txBox="1"/>
          <p:nvPr userDrawn="1"/>
        </p:nvSpPr>
        <p:spPr>
          <a:xfrm>
            <a:off x="698499" y="6579658"/>
            <a:ext cx="132780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65ED50AF-845E-EA91-4FFB-6EF248A2A2C3}"/>
              </a:ext>
            </a:extLst>
          </p:cNvPr>
          <p:cNvSpPr txBox="1"/>
          <p:nvPr userDrawn="1"/>
        </p:nvSpPr>
        <p:spPr>
          <a:xfrm>
            <a:off x="2260454" y="6579658"/>
            <a:ext cx="513193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4CA822D1-7B45-7D5B-D30A-AFA7B6494C55}"/>
              </a:ext>
            </a:extLst>
          </p:cNvPr>
          <p:cNvSpPr txBox="1"/>
          <p:nvPr userDrawn="1"/>
        </p:nvSpPr>
        <p:spPr>
          <a:xfrm>
            <a:off x="3007801" y="6579658"/>
            <a:ext cx="85115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4D4EE543-C503-8E14-2A5B-052E2921B07E}"/>
              </a:ext>
            </a:extLst>
          </p:cNvPr>
          <p:cNvSpPr txBox="1"/>
          <p:nvPr userDrawn="1"/>
        </p:nvSpPr>
        <p:spPr>
          <a:xfrm>
            <a:off x="4093106" y="6579658"/>
            <a:ext cx="684846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5F367E0D-4DC9-A773-983F-3CD4E2439B1A}"/>
              </a:ext>
            </a:extLst>
          </p:cNvPr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4249B97-E667-B3A9-BC9C-452E0A2A0BC9}"/>
              </a:ext>
            </a:extLst>
          </p:cNvPr>
          <p:cNvSpPr txBox="1"/>
          <p:nvPr userDrawn="1"/>
        </p:nvSpPr>
        <p:spPr>
          <a:xfrm>
            <a:off x="5012103" y="6579658"/>
            <a:ext cx="626694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9D9F352-9DC1-E8D1-0D97-A542A41E29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9BC1541-2251-8D72-6515-E59D0574B85B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43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52ED04CE-A7F9-6692-FCDF-F6C69AA5F81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C2B1FA8-A0A0-5A63-C699-F795DC544D58}"/>
              </a:ext>
            </a:extLst>
          </p:cNvPr>
          <p:cNvSpPr/>
          <p:nvPr userDrawn="1"/>
        </p:nvSpPr>
        <p:spPr>
          <a:xfrm>
            <a:off x="990050" y="2753344"/>
            <a:ext cx="0" cy="1351915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C0182C-0EC0-46F0-840A-80B48A7AD5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971800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SECTION TITLE</a:t>
            </a:r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9358F35-0170-6E96-9372-BC2239C0D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3651906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SECONDARY DESCRIPTOR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1BD78BE-2CD4-82F6-8D19-4F235FCC7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4DEC52-B0B7-EEBF-2B71-C1A3945AFF18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85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52ED04CE-A7F9-6692-FCDF-F6C69AA5F81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C2B1FA8-A0A0-5A63-C699-F795DC544D58}"/>
              </a:ext>
            </a:extLst>
          </p:cNvPr>
          <p:cNvSpPr/>
          <p:nvPr userDrawn="1"/>
        </p:nvSpPr>
        <p:spPr>
          <a:xfrm>
            <a:off x="990049" y="2486644"/>
            <a:ext cx="45719" cy="1666256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DC0182C-0EC0-46F0-840A-80B48A7AD5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5527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100" spc="300">
                <a:solidFill>
                  <a:schemeClr val="bg1"/>
                </a:solidFill>
                <a:latin typeface="JLR Emeric SemiBold" panose="02000503040000020004" pitchFamily="2" charset="0"/>
              </a:defRPr>
            </a:lvl1pPr>
          </a:lstStyle>
          <a:p>
            <a:pPr lvl="0"/>
            <a:r>
              <a:rPr lang="en-US"/>
              <a:t>NAME SURNAME (FIRST LEVEL TEXT)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37AC46A-DFDE-DE22-190D-5D3E18D534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28956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Job title (second level text)</a:t>
            </a:r>
            <a:endParaRPr lang="en-GB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B871AFD-D9B2-C477-DDB2-054C709C45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2482" y="3532767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T: +44 (O) 0000 000 000</a:t>
            </a:r>
            <a:endParaRPr lang="en-GB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1518900-AC84-FEBA-D58F-4FB1F60903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2482" y="322326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M: +44 (0) 0000 000 000</a:t>
            </a:r>
            <a:endParaRPr lang="en-GB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4EF6B2A-9904-70BC-8089-09C77EC79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482" y="3853366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name.surname@jaguarlandrover.com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27DDD7-0DB3-6AF2-DCAE-0622B4DB3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4D44140-66FA-8A8F-F5CE-B97A6C3919CC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534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0F32C78-308F-E3CC-7D23-8B2F4A4A642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DAA7D7F-BDDC-0C8A-B345-EA33C8F061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322512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TITLE: THE TITLE OF THE PPT</a:t>
            </a:r>
            <a:endParaRPr lang="en-GB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2546619-5080-0C32-BBA9-D95B620C79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6084512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 AND DATE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F06430-7AED-886D-3EEF-2673FD864D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85EECCA9-D896-35A0-00FA-1C556D3151F4}"/>
              </a:ext>
            </a:extLst>
          </p:cNvPr>
          <p:cNvSpPr txBox="1"/>
          <p:nvPr userDrawn="1"/>
        </p:nvSpPr>
        <p:spPr>
          <a:xfrm>
            <a:off x="9052942" y="6515701"/>
            <a:ext cx="2916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n-GB" sz="700" b="0" dirty="0">
                <a:solidFill>
                  <a:schemeClr val="bg1"/>
                </a:solidFill>
                <a:latin typeface="JLR Emeric ExtraLight"/>
                <a:cs typeface="JLR Emeric ExtraLight"/>
              </a:rPr>
              <a:t>Jaguar Land Rover Confidential ©2025</a:t>
            </a:r>
            <a:endParaRPr lang="en-GB" sz="700" dirty="0">
              <a:solidFill>
                <a:schemeClr val="bg1"/>
              </a:solidFill>
              <a:latin typeface="JLR Emeric ExtraLight"/>
              <a:cs typeface="JLR Emeric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304856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74F09979-8A3E-EF18-7708-F2372E106007}"/>
              </a:ext>
            </a:extLst>
          </p:cNvPr>
          <p:cNvPicPr/>
          <p:nvPr userDrawn="1"/>
        </p:nvPicPr>
        <p:blipFill rotWithShape="1">
          <a:blip r:embed="rId2" cstate="print"/>
          <a:srcRect r="52312"/>
          <a:stretch/>
        </p:blipFill>
        <p:spPr>
          <a:xfrm>
            <a:off x="1" y="0"/>
            <a:ext cx="5814125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7AD455A-3BA6-6FDB-FF67-EAD81E2783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7118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7A4DD30-4964-A5D9-C4B3-67C14A2B7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835766A-FBC1-B01F-325E-9278095D9E3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8400" y="1581150"/>
            <a:ext cx="52578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16pt.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ExtraLight14pt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3BD300-1826-9C41-E07F-D4E643AB6430}"/>
              </a:ext>
            </a:extLst>
          </p:cNvPr>
          <p:cNvGrpSpPr/>
          <p:nvPr userDrawn="1"/>
        </p:nvGrpSpPr>
        <p:grpSpPr>
          <a:xfrm>
            <a:off x="546102" y="6579393"/>
            <a:ext cx="4940298" cy="136576"/>
            <a:chOff x="698499" y="6579658"/>
            <a:chExt cx="4940298" cy="136576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7DA5B7-6004-DA69-EDD7-AAB878A0CAEE}"/>
                </a:ext>
              </a:extLst>
            </p:cNvPr>
            <p:cNvSpPr/>
            <p:nvPr userDrawn="1"/>
          </p:nvSpPr>
          <p:spPr>
            <a:xfrm>
              <a:off x="2143377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2660F9-1570-0FED-BE3B-4FF224A337AF}"/>
                </a:ext>
              </a:extLst>
            </p:cNvPr>
            <p:cNvSpPr/>
            <p:nvPr userDrawn="1"/>
          </p:nvSpPr>
          <p:spPr>
            <a:xfrm>
              <a:off x="2890724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B503849-9192-D9FF-57BE-BFEACA9C2AD4}"/>
                </a:ext>
              </a:extLst>
            </p:cNvPr>
            <p:cNvSpPr/>
            <p:nvPr userDrawn="1"/>
          </p:nvSpPr>
          <p:spPr>
            <a:xfrm>
              <a:off x="3976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5B52BD-92FE-962F-0D30-B5DE4016D11F}"/>
                </a:ext>
              </a:extLst>
            </p:cNvPr>
            <p:cNvSpPr txBox="1"/>
            <p:nvPr userDrawn="1"/>
          </p:nvSpPr>
          <p:spPr>
            <a:xfrm>
              <a:off x="698499" y="6579658"/>
              <a:ext cx="132780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10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CUSTOMER LOVE</a:t>
              </a:r>
              <a:endParaRPr lang="en-GB"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762BDB95-D7EB-5DCA-100D-31E36E670FB5}"/>
                </a:ext>
              </a:extLst>
            </p:cNvPr>
            <p:cNvSpPr txBox="1"/>
            <p:nvPr userDrawn="1"/>
          </p:nvSpPr>
          <p:spPr>
            <a:xfrm>
              <a:off x="2260454" y="6579658"/>
              <a:ext cx="513193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UNITY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19F8B52C-0F01-FD55-1FFE-3DC18099E995}"/>
                </a:ext>
              </a:extLst>
            </p:cNvPr>
            <p:cNvSpPr txBox="1"/>
            <p:nvPr userDrawn="1"/>
          </p:nvSpPr>
          <p:spPr>
            <a:xfrm>
              <a:off x="3007801" y="6579658"/>
              <a:ext cx="851151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INTEGRITY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DAB028A3-509C-4940-93B1-9D31DF7A6D9C}"/>
                </a:ext>
              </a:extLst>
            </p:cNvPr>
            <p:cNvSpPr txBox="1"/>
            <p:nvPr userDrawn="1"/>
          </p:nvSpPr>
          <p:spPr>
            <a:xfrm>
              <a:off x="4093106" y="6579658"/>
              <a:ext cx="684846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GROWTH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77E05E72-B5B1-0120-43D5-B1F8B8D4E066}"/>
                </a:ext>
              </a:extLst>
            </p:cNvPr>
            <p:cNvSpPr/>
            <p:nvPr userDrawn="1"/>
          </p:nvSpPr>
          <p:spPr>
            <a:xfrm>
              <a:off x="4895029" y="658444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999"/>
                  </a:lnTo>
                </a:path>
              </a:pathLst>
            </a:custGeom>
            <a:ln w="6350">
              <a:solidFill>
                <a:srgbClr val="D1BD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D20373C8-256E-FB71-AE0A-3D5A349BFA54}"/>
                </a:ext>
              </a:extLst>
            </p:cNvPr>
            <p:cNvSpPr txBox="1"/>
            <p:nvPr userDrawn="1"/>
          </p:nvSpPr>
          <p:spPr>
            <a:xfrm>
              <a:off x="5012103" y="6579658"/>
              <a:ext cx="626694" cy="1365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GB" sz="800" b="0" spc="300">
                  <a:solidFill>
                    <a:schemeClr val="bg1"/>
                  </a:solidFill>
                  <a:latin typeface="JLR Emeric ExtraLight"/>
                  <a:cs typeface="JLR Emeric ExtraLight"/>
                </a:rPr>
                <a:t>IMPACT</a:t>
              </a:r>
              <a:endParaRPr sz="800" spc="300">
                <a:solidFill>
                  <a:schemeClr val="bg1"/>
                </a:solidFill>
                <a:latin typeface="JLR Emeric ExtraLight"/>
                <a:cs typeface="JLR Emeric ExtraLight"/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5A7E3BB2-AAF5-446B-5EFB-39B29A94F5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2C735C97-6314-BD3C-1386-6B700FF74A95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665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1F7DD93-4E07-32C3-78CB-D92C71CDEF15}"/>
              </a:ext>
            </a:extLst>
          </p:cNvPr>
          <p:cNvPicPr/>
          <p:nvPr userDrawn="1"/>
        </p:nvPicPr>
        <p:blipFill rotWithShape="1">
          <a:blip r:embed="rId2" cstate="print"/>
          <a:srcRect r="97552"/>
          <a:stretch/>
        </p:blipFill>
        <p:spPr>
          <a:xfrm>
            <a:off x="2" y="0"/>
            <a:ext cx="298448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0182D24-AAEA-1C9C-0897-37613FB8E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7D7E6B-C4BE-E3A1-25C9-F75C0CBA7C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400" spc="300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2A2B556-3284-F03C-C865-E14212F391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JLR Emeric ExtraLight" panose="02000503040000020004" pitchFamily="2" charset="0"/>
              </a:defRPr>
            </a:lvl1pPr>
            <a:lvl2pPr marL="6286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Subheading (embolden first level of text)</a:t>
            </a:r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4996C7A8-EA0B-DFA3-E986-4813A62C865C}"/>
              </a:ext>
            </a:extLst>
          </p:cNvPr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0039A8D1-BF44-1AE7-661C-E4269D3259AC}"/>
              </a:ext>
            </a:extLst>
          </p:cNvPr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A7A5328-0EBB-BD7A-1DBA-2A0A354BAD79}"/>
              </a:ext>
            </a:extLst>
          </p:cNvPr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F1B03C2F-E231-A65D-2733-7368EB358C06}"/>
              </a:ext>
            </a:extLst>
          </p:cNvPr>
          <p:cNvSpPr txBox="1"/>
          <p:nvPr userDrawn="1"/>
        </p:nvSpPr>
        <p:spPr>
          <a:xfrm>
            <a:off x="698499" y="6579658"/>
            <a:ext cx="132780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F02F04C4-E7DD-23F7-1D42-E8E991066D87}"/>
              </a:ext>
            </a:extLst>
          </p:cNvPr>
          <p:cNvSpPr txBox="1"/>
          <p:nvPr userDrawn="1"/>
        </p:nvSpPr>
        <p:spPr>
          <a:xfrm>
            <a:off x="2260454" y="6579658"/>
            <a:ext cx="513193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EA0ACDF-9FB2-0D10-6BD3-B6B6A3E8215D}"/>
              </a:ext>
            </a:extLst>
          </p:cNvPr>
          <p:cNvSpPr txBox="1"/>
          <p:nvPr userDrawn="1"/>
        </p:nvSpPr>
        <p:spPr>
          <a:xfrm>
            <a:off x="3007801" y="6579658"/>
            <a:ext cx="851151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331E35D3-8720-8191-1AD5-D0F3D28A9040}"/>
              </a:ext>
            </a:extLst>
          </p:cNvPr>
          <p:cNvSpPr txBox="1"/>
          <p:nvPr userDrawn="1"/>
        </p:nvSpPr>
        <p:spPr>
          <a:xfrm>
            <a:off x="4093106" y="6579658"/>
            <a:ext cx="684846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4E54F639-6110-FCF9-455F-B6D64D6ABBD7}"/>
              </a:ext>
            </a:extLst>
          </p:cNvPr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42269F7-C3F7-E01A-4E39-2A54539B86C2}"/>
              </a:ext>
            </a:extLst>
          </p:cNvPr>
          <p:cNvSpPr txBox="1"/>
          <p:nvPr userDrawn="1"/>
        </p:nvSpPr>
        <p:spPr>
          <a:xfrm>
            <a:off x="5012103" y="6579658"/>
            <a:ext cx="626694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800" b="0" spc="300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800" spc="300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FC4D33-3029-82D1-1448-943BD2E862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D7AFC84A-52DB-0F32-4A5B-31CB695C913C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tx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91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10F32C78-308F-E3CC-7D23-8B2F4A4A642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object 7">
            <a:extLst>
              <a:ext uri="{FF2B5EF4-FFF2-40B4-BE49-F238E27FC236}">
                <a16:creationId xmlns:a16="http://schemas.microsoft.com/office/drawing/2014/main" id="{C02DF8BF-CC8D-C3BA-EE0B-3AE9C78A1329}"/>
              </a:ext>
            </a:extLst>
          </p:cNvPr>
          <p:cNvSpPr/>
          <p:nvPr userDrawn="1"/>
        </p:nvSpPr>
        <p:spPr>
          <a:xfrm>
            <a:off x="990050" y="2753344"/>
            <a:ext cx="0" cy="1351915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52F6A9F-7C8E-FA90-B8BE-9A09B3DBDC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971800"/>
            <a:ext cx="7543800" cy="609600"/>
          </a:xfrm>
          <a:prstGeom prst="rect">
            <a:avLst/>
          </a:prstGeom>
        </p:spPr>
        <p:txBody>
          <a:bodyPr/>
          <a:lstStyle>
            <a:lvl1pPr>
              <a:defRPr sz="370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SECTION TITLE</a:t>
            </a:r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A973E52-8768-52F3-7428-08C6538680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3651906"/>
            <a:ext cx="7543800" cy="240088"/>
          </a:xfrm>
          <a:prstGeom prst="rect">
            <a:avLst/>
          </a:prstGeom>
        </p:spPr>
        <p:txBody>
          <a:bodyPr/>
          <a:lstStyle>
            <a:lvl1pPr>
              <a:defRPr sz="12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SECONDARY DESCRIPTOR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BE9DD9-107D-7CB5-BF14-A924A6D94D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C67FDAD-0370-2333-F0E0-44EE502A4077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655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F8E7821-AFA3-AF7B-FDDE-0C41A2E9511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object 7">
            <a:extLst>
              <a:ext uri="{FF2B5EF4-FFF2-40B4-BE49-F238E27FC236}">
                <a16:creationId xmlns:a16="http://schemas.microsoft.com/office/drawing/2014/main" id="{337E2A19-7C86-FF9E-6919-961509820775}"/>
              </a:ext>
            </a:extLst>
          </p:cNvPr>
          <p:cNvSpPr/>
          <p:nvPr userDrawn="1"/>
        </p:nvSpPr>
        <p:spPr>
          <a:xfrm>
            <a:off x="990049" y="2486644"/>
            <a:ext cx="45719" cy="1666256"/>
          </a:xfrm>
          <a:custGeom>
            <a:avLst/>
            <a:gdLst/>
            <a:ahLst/>
            <a:cxnLst/>
            <a:rect l="l" t="t" r="r" b="b"/>
            <a:pathLst>
              <a:path h="1351914">
                <a:moveTo>
                  <a:pt x="0" y="0"/>
                </a:moveTo>
                <a:lnTo>
                  <a:pt x="0" y="1351318"/>
                </a:lnTo>
              </a:path>
            </a:pathLst>
          </a:custGeom>
          <a:ln w="1270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32DDD29-037A-11B6-B80D-FA865D7E88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2482" y="25527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100" spc="300">
                <a:solidFill>
                  <a:schemeClr val="bg1"/>
                </a:solidFill>
                <a:latin typeface="JLR Emeric SemiBold" panose="02000503040000020004" pitchFamily="2" charset="0"/>
              </a:defRPr>
            </a:lvl1pPr>
          </a:lstStyle>
          <a:p>
            <a:pPr lvl="0"/>
            <a:r>
              <a:rPr lang="en-US"/>
              <a:t>NAME SURNAME (FIRST LEVEL TEXT)</a:t>
            </a:r>
            <a:endParaRPr lang="en-GB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1CFEF0C-C463-02B7-F50B-3EE1AAB10F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2482" y="289560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Job title (second level text)</a:t>
            </a:r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7629BB8-A018-BE9B-BA24-C4FFE040F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2482" y="3532767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T: +44 (O) 0000 000 000</a:t>
            </a:r>
            <a:endParaRPr lang="en-GB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4E4E67B-767C-130A-26D2-A1DF9BFF0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2482" y="3223260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M: +44 (0) 0000 000 000</a:t>
            </a:r>
            <a:endParaRPr lang="en-GB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B534B2A-E55B-BFFE-50ED-FBCAADD2D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482" y="3853366"/>
            <a:ext cx="7543800" cy="228600"/>
          </a:xfrm>
          <a:prstGeom prst="rect">
            <a:avLst/>
          </a:prstGeom>
        </p:spPr>
        <p:txBody>
          <a:bodyPr/>
          <a:lstStyle>
            <a:lvl1pPr>
              <a:defRPr sz="1050" spc="300">
                <a:solidFill>
                  <a:schemeClr val="bg1"/>
                </a:solidFill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name.surname@jaguarlandrover.com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FBDBE5-FFB3-F695-1738-198D19ADC4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51950829-896B-F126-CBA0-CF74CD513E07}"/>
              </a:ext>
            </a:extLst>
          </p:cNvPr>
          <p:cNvSpPr txBox="1">
            <a:spLocks/>
          </p:cNvSpPr>
          <p:nvPr userDrawn="1"/>
        </p:nvSpPr>
        <p:spPr>
          <a:xfrm>
            <a:off x="11403923" y="6567047"/>
            <a:ext cx="397598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38100" algn="r">
              <a:spcBef>
                <a:spcPts val="105"/>
              </a:spcBef>
            </a:pPr>
            <a:fld id="{81D60167-4931-47E6-BA6A-407CBD079E47}" type="slidenum">
              <a:rPr lang="en-GB" sz="700" spc="-25" smtClean="0">
                <a:solidFill>
                  <a:schemeClr val="bg1"/>
                </a:solidFill>
                <a:latin typeface="JLR Emeric ExtraLight" panose="02000503040000020004" pitchFamily="2" charset="0"/>
              </a:rPr>
              <a:pPr marL="38100" algn="r">
                <a:spcBef>
                  <a:spcPts val="105"/>
                </a:spcBef>
              </a:pPr>
              <a:t>‹#›</a:t>
            </a:fld>
            <a:r>
              <a:rPr lang="en-GB" sz="700" spc="500" dirty="0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5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66" r:id="rId4"/>
    <p:sldLayoutId id="2147483694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25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96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32432B-DE5B-8063-E9E2-70AE65DBA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4647394"/>
            <a:ext cx="10953751" cy="609600"/>
          </a:xfrm>
        </p:spPr>
        <p:txBody>
          <a:bodyPr/>
          <a:lstStyle/>
          <a:p>
            <a:r>
              <a:rPr lang="en-GB" dirty="0"/>
              <a:t>L463-010501- Injection Moulded ACCESS PANEL PBOM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FE2F41-71D9-76D7-F5CA-879D36EDA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15/07/2026</a:t>
            </a:r>
          </a:p>
        </p:txBody>
      </p:sp>
    </p:spTree>
    <p:extLst>
      <p:ext uri="{BB962C8B-B14F-4D97-AF65-F5344CB8AC3E}">
        <p14:creationId xmlns:p14="http://schemas.microsoft.com/office/powerpoint/2010/main" val="263792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67C93D-676B-CBA4-9DF6-91C3FB821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L463-010501- TPO ACCESS PANELS PBOM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66115-D95B-CAD0-2289-C1CC4845C2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General Notes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FC0AB-9C93-FEE0-F9C4-27846C0B3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1150"/>
            <a:ext cx="11201400" cy="3064741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Take rates and volumes included in ESOW cost pack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Part geometry is subject to change as CAD maturation progresses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Dimensions are bounding box ONLY, Always refer to CAD as master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797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8140-FCD7-27AA-4F30-5A7EFC2E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33CFC-2026-7C85-BF62-EF96A43D7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990" y="2394784"/>
            <a:ext cx="6639892" cy="27960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A1D97E-C3C0-DF1D-FD24-9277854E2872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803073B-4A5C-2540-F4D1-50683245A09A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CAD REFERENCE: EI_</a:t>
            </a:r>
            <a:r>
              <a:rPr lang="en-GB" sz="1000" dirty="0"/>
              <a:t> Z7B2-13A994-AAW </a:t>
            </a:r>
            <a:endParaRPr lang="en-US" sz="1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41ADB7-11CF-BEFE-9EDB-A4662E35A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531753"/>
              </p:ext>
            </p:extLst>
          </p:nvPr>
        </p:nvGraphicFramePr>
        <p:xfrm>
          <a:off x="7105650" y="1665195"/>
          <a:ext cx="4878894" cy="1736281"/>
        </p:xfrm>
        <a:graphic>
          <a:graphicData uri="http://schemas.openxmlformats.org/drawingml/2006/table">
            <a:tbl>
              <a:tblPr/>
              <a:tblGrid>
                <a:gridCol w="634989">
                  <a:extLst>
                    <a:ext uri="{9D8B030D-6E8A-4147-A177-3AD203B41FA5}">
                      <a16:colId xmlns:a16="http://schemas.microsoft.com/office/drawing/2014/main" val="3331240930"/>
                    </a:ext>
                  </a:extLst>
                </a:gridCol>
                <a:gridCol w="2825488">
                  <a:extLst>
                    <a:ext uri="{9D8B030D-6E8A-4147-A177-3AD203B41FA5}">
                      <a16:colId xmlns:a16="http://schemas.microsoft.com/office/drawing/2014/main" val="4212965366"/>
                    </a:ext>
                  </a:extLst>
                </a:gridCol>
                <a:gridCol w="499282">
                  <a:extLst>
                    <a:ext uri="{9D8B030D-6E8A-4147-A177-3AD203B41FA5}">
                      <a16:colId xmlns:a16="http://schemas.microsoft.com/office/drawing/2014/main" val="360764540"/>
                    </a:ext>
                  </a:extLst>
                </a:gridCol>
                <a:gridCol w="919135">
                  <a:extLst>
                    <a:ext uri="{9D8B030D-6E8A-4147-A177-3AD203B41FA5}">
                      <a16:colId xmlns:a16="http://schemas.microsoft.com/office/drawing/2014/main" val="122007722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Sr.no.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Part Name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Qty.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Remark</a:t>
                      </a:r>
                      <a:endParaRPr lang="en-I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0427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</a:pP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SEAT ACCESS PANEL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1275"/>
                        </a:lnSpc>
                      </a:pPr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 Process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02027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ITW MAT CLIP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Clip Assy Process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48716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US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W780230-S CLIP STANDARD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ts val="1275"/>
                        </a:lnSpc>
                      </a:pPr>
                      <a:r>
                        <a:rPr lang="en-IN" sz="105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Clip Assy Process</a:t>
                      </a:r>
                    </a:p>
                  </a:txBody>
                  <a:tcPr anchor="b">
                    <a:lnL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660379"/>
                  </a:ext>
                </a:extLst>
              </a:tr>
            </a:tbl>
          </a:graphicData>
        </a:graphic>
      </p:graphicFrame>
      <p:sp>
        <p:nvSpPr>
          <p:cNvPr id="15" name="Ellipse 94">
            <a:extLst>
              <a:ext uri="{FF2B5EF4-FFF2-40B4-BE49-F238E27FC236}">
                <a16:creationId xmlns:a16="http://schemas.microsoft.com/office/drawing/2014/main" id="{B48A2611-63EB-E6FD-D739-CDF1A965B446}"/>
              </a:ext>
            </a:extLst>
          </p:cNvPr>
          <p:cNvSpPr/>
          <p:nvPr/>
        </p:nvSpPr>
        <p:spPr>
          <a:xfrm>
            <a:off x="461504" y="2667129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Gerade Verbindung mit Pfeil 95">
            <a:extLst>
              <a:ext uri="{FF2B5EF4-FFF2-40B4-BE49-F238E27FC236}">
                <a16:creationId xmlns:a16="http://schemas.microsoft.com/office/drawing/2014/main" id="{F839DA56-FD8B-0A38-A8BF-6A9EAE5B761A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649500" y="2841135"/>
            <a:ext cx="362182" cy="534235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6321B4-83CD-ADA8-BBF6-E6E9373EE6EB}"/>
              </a:ext>
            </a:extLst>
          </p:cNvPr>
          <p:cNvCxnSpPr>
            <a:cxnSpLocks/>
          </p:cNvCxnSpPr>
          <p:nvPr/>
        </p:nvCxnSpPr>
        <p:spPr>
          <a:xfrm>
            <a:off x="2167986" y="2724651"/>
            <a:ext cx="475494" cy="622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94">
            <a:extLst>
              <a:ext uri="{FF2B5EF4-FFF2-40B4-BE49-F238E27FC236}">
                <a16:creationId xmlns:a16="http://schemas.microsoft.com/office/drawing/2014/main" id="{5DC30EDA-00A1-B895-7EE8-8379CA349A4E}"/>
              </a:ext>
            </a:extLst>
          </p:cNvPr>
          <p:cNvSpPr/>
          <p:nvPr/>
        </p:nvSpPr>
        <p:spPr>
          <a:xfrm>
            <a:off x="2656418" y="2661917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685FE5-B6DF-E3B1-13F8-E0C56B966F25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2055043" y="2835923"/>
            <a:ext cx="633630" cy="15765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8033091-E99C-438A-EE73-CA90F48B8BD8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4130511" y="4247120"/>
            <a:ext cx="588437" cy="3123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94">
            <a:extLst>
              <a:ext uri="{FF2B5EF4-FFF2-40B4-BE49-F238E27FC236}">
                <a16:creationId xmlns:a16="http://schemas.microsoft.com/office/drawing/2014/main" id="{66D1CB5D-37DC-7B7C-8B11-598E2542B72C}"/>
              </a:ext>
            </a:extLst>
          </p:cNvPr>
          <p:cNvSpPr/>
          <p:nvPr/>
        </p:nvSpPr>
        <p:spPr>
          <a:xfrm>
            <a:off x="4686693" y="4073114"/>
            <a:ext cx="220251" cy="20386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AT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BA707D46-F8EF-DF9C-755A-4A2D8F18142D}"/>
              </a:ext>
            </a:extLst>
          </p:cNvPr>
          <p:cNvSpPr txBox="1"/>
          <p:nvPr/>
        </p:nvSpPr>
        <p:spPr>
          <a:xfrm>
            <a:off x="7105650" y="4918824"/>
            <a:ext cx="3732107" cy="1227451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/>
              <a:t>Proposed</a:t>
            </a:r>
            <a:r>
              <a:rPr lang="en-GB" sz="1100" baseline="0" dirty="0"/>
              <a:t> Material - ABS MAGNUM 3325</a:t>
            </a:r>
          </a:p>
          <a:p>
            <a:endParaRPr lang="en-GB" dirty="0"/>
          </a:p>
          <a:p>
            <a:r>
              <a:rPr lang="en-GB" sz="1100" dirty="0"/>
              <a:t>Colour – Shadow</a:t>
            </a:r>
          </a:p>
          <a:p>
            <a:endParaRPr lang="en-GB" dirty="0"/>
          </a:p>
          <a:p>
            <a:r>
              <a:rPr lang="en-GB" sz="1100" dirty="0"/>
              <a:t>Grain – TBC</a:t>
            </a:r>
          </a:p>
        </p:txBody>
      </p:sp>
    </p:spTree>
    <p:extLst>
      <p:ext uri="{BB962C8B-B14F-4D97-AF65-F5344CB8AC3E}">
        <p14:creationId xmlns:p14="http://schemas.microsoft.com/office/powerpoint/2010/main" val="347935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AA8D-B5C9-D11F-441E-972E99B7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492110C-A1A6-D3A1-30C9-D39E751EA5C0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 – ITW CLIP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57675F4-B4D6-F82A-B636-1941B0D6DD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" t="1831" b="4273"/>
          <a:stretch/>
        </p:blipFill>
        <p:spPr>
          <a:xfrm>
            <a:off x="3410358" y="3196315"/>
            <a:ext cx="2600804" cy="24511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A18784F-6EE0-B1F9-8477-90F064CDD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162" y="1614313"/>
            <a:ext cx="3643711" cy="347714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104CD6E-D915-346C-E8B9-6244D8EB1C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0" r="5143" b="7600"/>
          <a:stretch/>
        </p:blipFill>
        <p:spPr>
          <a:xfrm>
            <a:off x="619090" y="806704"/>
            <a:ext cx="4703554" cy="23693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C13E159-0FD0-A2F1-CB1A-7C4E5487F3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"/>
          <a:stretch/>
        </p:blipFill>
        <p:spPr>
          <a:xfrm>
            <a:off x="523007" y="3352887"/>
            <a:ext cx="2772644" cy="21379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C91C1C-EB7E-521C-5545-36A16872F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714" y="982758"/>
            <a:ext cx="2847286" cy="236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2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4DAF6-9D37-22F7-BAAD-9D0A321F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B61FCD-3F08-6B61-DB93-254791386A99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 – ITW CLIP</a:t>
            </a: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1E0FB-B48E-52E7-C897-BF150B8C4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7" y="0"/>
            <a:ext cx="981692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19522-1ED0-5441-5B03-DD8A32F67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321" y="1322457"/>
            <a:ext cx="2297094" cy="23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7882-8838-DE1F-DCA7-AAB16F44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BFB28F-FBB9-3FC5-8006-69CE7AA398FD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8168506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 – INJECTION MOULDING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895C22E-CA4C-B197-1D34-8D9F58297B7F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CAD REFERENCE: EI_</a:t>
            </a:r>
            <a:r>
              <a:rPr lang="en-GB" sz="1000" dirty="0"/>
              <a:t> Z7B2-13A994-AAW </a:t>
            </a:r>
            <a:endParaRPr lang="en-US" sz="10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79817C2-7E60-4F2A-CDA4-E891FA188F05}"/>
              </a:ext>
            </a:extLst>
          </p:cNvPr>
          <p:cNvSpPr txBox="1"/>
          <p:nvPr/>
        </p:nvSpPr>
        <p:spPr>
          <a:xfrm>
            <a:off x="2897779" y="855868"/>
            <a:ext cx="2045753" cy="24622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CAVITY ASSUMPTION: 1 CAV TOOL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0ACBF-B860-9B11-9973-DBBE20D2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9" y="1193778"/>
            <a:ext cx="6252517" cy="5189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B2118D-0605-A01E-E8D7-08642D27C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0642" y="1443340"/>
            <a:ext cx="4285858" cy="4340650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ED6EFA1-94CC-3589-37C1-14D4890A434D}"/>
              </a:ext>
            </a:extLst>
          </p:cNvPr>
          <p:cNvSpPr txBox="1">
            <a:spLocks/>
          </p:cNvSpPr>
          <p:nvPr/>
        </p:nvSpPr>
        <p:spPr>
          <a:xfrm>
            <a:off x="8441962" y="5567012"/>
            <a:ext cx="3601992" cy="384034"/>
          </a:xfrm>
          <a:prstGeom prst="rect">
            <a:avLst/>
          </a:prstGeom>
        </p:spPr>
        <p:txBody>
          <a:bodyPr/>
          <a:lstStyle>
            <a:lvl1pPr marL="0" eaLnBrk="1" hangingPunct="1">
              <a:defRPr sz="1400" spc="300">
                <a:latin typeface="JLR Emeric ExtraLight" panose="02000503040000020004" pitchFamily="2" charset="0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*</a:t>
            </a:r>
            <a:r>
              <a:rPr lang="en-US" sz="800" kern="1200" dirty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Dimensions are bounding box</a:t>
            </a:r>
          </a:p>
        </p:txBody>
      </p:sp>
    </p:spTree>
    <p:extLst>
      <p:ext uri="{BB962C8B-B14F-4D97-AF65-F5344CB8AC3E}">
        <p14:creationId xmlns:p14="http://schemas.microsoft.com/office/powerpoint/2010/main" val="96198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AD1D-50FC-6E3D-ECA4-1310AC8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A06033-A045-A37B-4D07-172BE8BB96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B6680"/>
              </a:clrFrom>
              <a:clrTo>
                <a:srgbClr val="3B668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201" y="1521195"/>
            <a:ext cx="5432509" cy="21317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7DF63-240E-6440-BE78-0730C1FF10FA}"/>
              </a:ext>
            </a:extLst>
          </p:cNvPr>
          <p:cNvSpPr>
            <a:spLocks noGrp="1"/>
          </p:cNvSpPr>
          <p:nvPr/>
        </p:nvSpPr>
        <p:spPr>
          <a:xfrm>
            <a:off x="523007" y="192067"/>
            <a:ext cx="7488385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000" b="1" dirty="0"/>
              <a:t>Exploded View: </a:t>
            </a:r>
            <a:r>
              <a:rPr lang="en-GB" sz="2000" dirty="0">
                <a:solidFill>
                  <a:srgbClr val="000000"/>
                </a:solidFill>
              </a:rPr>
              <a:t>6 SEAT ACCESS PANEL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F148B16-ED97-AE2E-C933-E72C84E6AB49}"/>
              </a:ext>
            </a:extLst>
          </p:cNvPr>
          <p:cNvSpPr txBox="1"/>
          <p:nvPr/>
        </p:nvSpPr>
        <p:spPr>
          <a:xfrm>
            <a:off x="9123069" y="540206"/>
            <a:ext cx="2315057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CAD REFERENCE: EI_</a:t>
            </a:r>
            <a:r>
              <a:rPr lang="en-GB" sz="1000" dirty="0"/>
              <a:t> Z7B2-13A994-AAW </a:t>
            </a:r>
            <a:endParaRPr lang="en-US" sz="1000" dirty="0"/>
          </a:p>
        </p:txBody>
      </p:sp>
      <p:sp>
        <p:nvSpPr>
          <p:cNvPr id="31" name="Footer Placeholder 3">
            <a:extLst>
              <a:ext uri="{FF2B5EF4-FFF2-40B4-BE49-F238E27FC236}">
                <a16:creationId xmlns:a16="http://schemas.microsoft.com/office/drawing/2014/main" id="{D7599FDC-876A-1A99-DB2D-8993E07CA5F3}"/>
              </a:ext>
            </a:extLst>
          </p:cNvPr>
          <p:cNvSpPr txBox="1">
            <a:spLocks/>
          </p:cNvSpPr>
          <p:nvPr/>
        </p:nvSpPr>
        <p:spPr>
          <a:xfrm>
            <a:off x="8441962" y="5567012"/>
            <a:ext cx="3601992" cy="384034"/>
          </a:xfrm>
          <a:prstGeom prst="rect">
            <a:avLst/>
          </a:prstGeom>
        </p:spPr>
        <p:txBody>
          <a:bodyPr/>
          <a:lstStyle>
            <a:lvl1pPr marL="0" eaLnBrk="1" hangingPunct="1">
              <a:defRPr sz="1400" spc="300">
                <a:latin typeface="JLR Emeric ExtraLight" panose="02000503040000020004" pitchFamily="2" charset="0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*</a:t>
            </a:r>
            <a:r>
              <a:rPr lang="en-US" sz="800" kern="1200" dirty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Dimensions are bounding box</a:t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05499E43-8379-9F71-117F-87060A30E3C3}"/>
              </a:ext>
            </a:extLst>
          </p:cNvPr>
          <p:cNvSpPr txBox="1"/>
          <p:nvPr/>
        </p:nvSpPr>
        <p:spPr>
          <a:xfrm>
            <a:off x="2897779" y="855868"/>
            <a:ext cx="1984839" cy="24622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CAVITY ASSUMPTION: 1 CAV TOOL</a:t>
            </a:r>
            <a:endParaRPr lang="en-US" sz="1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06D6CF-0F3A-071E-1B4F-6EAB4B497E83}"/>
              </a:ext>
            </a:extLst>
          </p:cNvPr>
          <p:cNvCxnSpPr>
            <a:cxnSpLocks/>
          </p:cNvCxnSpPr>
          <p:nvPr/>
        </p:nvCxnSpPr>
        <p:spPr>
          <a:xfrm>
            <a:off x="4942321" y="1802990"/>
            <a:ext cx="0" cy="4688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578FAA-AFF8-B609-D785-18DA58AD452F}"/>
              </a:ext>
            </a:extLst>
          </p:cNvPr>
          <p:cNvCxnSpPr>
            <a:cxnSpLocks/>
          </p:cNvCxnSpPr>
          <p:nvPr/>
        </p:nvCxnSpPr>
        <p:spPr>
          <a:xfrm flipV="1">
            <a:off x="4942321" y="2557134"/>
            <a:ext cx="0" cy="57256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62D93078-D3FC-8BAA-60AB-3450EB8A5675}"/>
              </a:ext>
            </a:extLst>
          </p:cNvPr>
          <p:cNvSpPr txBox="1"/>
          <p:nvPr/>
        </p:nvSpPr>
        <p:spPr>
          <a:xfrm>
            <a:off x="5223487" y="1927966"/>
            <a:ext cx="11144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1x MAT CLIP ASSY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F3495D-0B06-3650-730B-52D7AAD98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1851" y="4012252"/>
            <a:ext cx="5524998" cy="2500296"/>
          </a:xfrm>
          <a:prstGeom prst="rect">
            <a:avLst/>
          </a:prstGeom>
        </p:spPr>
      </p:pic>
      <p:sp>
        <p:nvSpPr>
          <p:cNvPr id="19" name="TextBox 5">
            <a:extLst>
              <a:ext uri="{FF2B5EF4-FFF2-40B4-BE49-F238E27FC236}">
                <a16:creationId xmlns:a16="http://schemas.microsoft.com/office/drawing/2014/main" id="{04C4D796-4EA2-C10D-613C-F4078384E139}"/>
              </a:ext>
            </a:extLst>
          </p:cNvPr>
          <p:cNvSpPr txBox="1"/>
          <p:nvPr/>
        </p:nvSpPr>
        <p:spPr>
          <a:xfrm>
            <a:off x="3246426" y="3910210"/>
            <a:ext cx="12314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/>
              <a:t>8x METAL CLIP ASSY</a:t>
            </a:r>
            <a:endParaRPr lang="en-US" sz="1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0E22A8-7A79-8834-CA28-626031A6DA2E}"/>
              </a:ext>
            </a:extLst>
          </p:cNvPr>
          <p:cNvCxnSpPr/>
          <p:nvPr/>
        </p:nvCxnSpPr>
        <p:spPr>
          <a:xfrm>
            <a:off x="1800599" y="4990565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8D9D57-99E1-E567-26A4-C6BDB97865A6}"/>
              </a:ext>
            </a:extLst>
          </p:cNvPr>
          <p:cNvCxnSpPr/>
          <p:nvPr/>
        </p:nvCxnSpPr>
        <p:spPr>
          <a:xfrm>
            <a:off x="2331249" y="5307082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036C6D-DA30-601B-51E1-DC9A306900A7}"/>
              </a:ext>
            </a:extLst>
          </p:cNvPr>
          <p:cNvCxnSpPr/>
          <p:nvPr/>
        </p:nvCxnSpPr>
        <p:spPr>
          <a:xfrm>
            <a:off x="2851687" y="5634529"/>
            <a:ext cx="0" cy="3165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857408-A897-143D-3C26-A92CE85A68B7}"/>
              </a:ext>
            </a:extLst>
          </p:cNvPr>
          <p:cNvCxnSpPr>
            <a:cxnSpLocks/>
          </p:cNvCxnSpPr>
          <p:nvPr/>
        </p:nvCxnSpPr>
        <p:spPr>
          <a:xfrm>
            <a:off x="3419696" y="4756047"/>
            <a:ext cx="0" cy="36364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57A81A-6E2B-D18E-8041-C13CC304F37D}"/>
              </a:ext>
            </a:extLst>
          </p:cNvPr>
          <p:cNvCxnSpPr>
            <a:cxnSpLocks/>
          </p:cNvCxnSpPr>
          <p:nvPr/>
        </p:nvCxnSpPr>
        <p:spPr>
          <a:xfrm>
            <a:off x="4477853" y="5450074"/>
            <a:ext cx="0" cy="33318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610F41-5C98-D70A-A11B-911388078FF8}"/>
              </a:ext>
            </a:extLst>
          </p:cNvPr>
          <p:cNvCxnSpPr>
            <a:cxnSpLocks/>
          </p:cNvCxnSpPr>
          <p:nvPr/>
        </p:nvCxnSpPr>
        <p:spPr>
          <a:xfrm>
            <a:off x="4881217" y="4514851"/>
            <a:ext cx="1401" cy="35242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B722F8-5FF8-9ABD-E5F5-E9762486BA53}"/>
              </a:ext>
            </a:extLst>
          </p:cNvPr>
          <p:cNvCxnSpPr>
            <a:cxnSpLocks/>
          </p:cNvCxnSpPr>
          <p:nvPr/>
        </p:nvCxnSpPr>
        <p:spPr>
          <a:xfrm>
            <a:off x="5471939" y="4880203"/>
            <a:ext cx="0" cy="33949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CE45A1-19FF-5337-E54C-1FDE4CE6E1E1}"/>
              </a:ext>
            </a:extLst>
          </p:cNvPr>
          <p:cNvCxnSpPr>
            <a:cxnSpLocks/>
          </p:cNvCxnSpPr>
          <p:nvPr/>
        </p:nvCxnSpPr>
        <p:spPr>
          <a:xfrm>
            <a:off x="6058758" y="5252642"/>
            <a:ext cx="0" cy="3143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959D3CF-4F9C-A362-AA65-4E8E22C68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663" y="1442534"/>
            <a:ext cx="4285859" cy="4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88596"/>
      </p:ext>
    </p:extLst>
  </p:cSld>
  <p:clrMapOvr>
    <a:masterClrMapping/>
  </p:clrMapOvr>
</p:sld>
</file>

<file path=ppt/theme/theme1.xml><?xml version="1.0" encoding="utf-8"?>
<a:theme xmlns:a="http://schemas.openxmlformats.org/drawingml/2006/main" name="EXAMPLE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LR PPT Master Template 2025.potx" id="{3C599C27-B711-42E1-AB4B-8456D927445C}" vid="{F43EE605-5E52-4A3B-9876-33FF79B9904B}"/>
    </a:ext>
  </a:extLst>
</a:theme>
</file>

<file path=ppt/theme/theme2.xml><?xml version="1.0" encoding="utf-8"?>
<a:theme xmlns:a="http://schemas.openxmlformats.org/drawingml/2006/main" name="EXAMPLE 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LR PPT Master Template 2025.potx" id="{3C599C27-B711-42E1-AB4B-8456D927445C}" vid="{133B8015-A981-4F0C-9B2D-D97F0BACBC9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d75ae2-8cad-4a44-8048-741eaed44336">
      <Terms xmlns="http://schemas.microsoft.com/office/infopath/2007/PartnerControls"/>
    </lcf76f155ced4ddcb4097134ff3c332f>
    <TaxKeywordTaxHTField xmlns="67ddb062-64c7-497e-a1c1-2ec52e8a1034">
      <Terms xmlns="http://schemas.microsoft.com/office/infopath/2007/PartnerControls"/>
    </TaxKeywordTaxHTField>
    <TaxCatchAll xmlns="67ddb062-64c7-497e-a1c1-2ec52e8a1034" xsi:nil="true"/>
    <Programme xmlns="c2d75ae2-8cad-4a44-8048-741eaed443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07BDC5259AD94DB177CBDCEFE54F8C" ma:contentTypeVersion="20" ma:contentTypeDescription="Create a new document." ma:contentTypeScope="" ma:versionID="06f421f6e962908d565d7b6566e43e14">
  <xsd:schema xmlns:xsd="http://www.w3.org/2001/XMLSchema" xmlns:xs="http://www.w3.org/2001/XMLSchema" xmlns:p="http://schemas.microsoft.com/office/2006/metadata/properties" xmlns:ns2="c2d75ae2-8cad-4a44-8048-741eaed44336" xmlns:ns3="67ddb062-64c7-497e-a1c1-2ec52e8a1034" targetNamespace="http://schemas.microsoft.com/office/2006/metadata/properties" ma:root="true" ma:fieldsID="763d26f79d69579d8e39d69445050aec" ns2:_="" ns3:_="">
    <xsd:import namespace="c2d75ae2-8cad-4a44-8048-741eaed44336"/>
    <xsd:import namespace="67ddb062-64c7-497e-a1c1-2ec52e8a10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3:TaxKeywordTaxHTField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Program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d75ae2-8cad-4a44-8048-741eaed443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1a9981d-741d-4dde-8b20-345ed49743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gramme" ma:index="26" nillable="true" ma:displayName="Programme" ma:format="Dropdown" ma:internalName="Programm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db062-64c7-497e-a1c1-2ec52e8a103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f4fcafc-27fc-4e5d-8a55-5ff765b33d8f}" ma:internalName="TaxCatchAll" ma:readOnly="false" ma:showField="CatchAllData" ma:web="67ddb062-64c7-497e-a1c1-2ec52e8a10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hidden="true" ma:internalName="SharedWithDetails" ma:readOnly="true">
      <xsd:simpleType>
        <xsd:restriction base="dms:Note"/>
      </xsd:simpleType>
    </xsd:element>
    <xsd:element name="TaxKeywordTaxHTField" ma:index="22" nillable="true" ma:taxonomy="true" ma:internalName="TaxKeywordTaxHTField" ma:taxonomyFieldName="TaxKeyword" ma:displayName="Enterprise Keywords" ma:readOnly="false" ma:fieldId="{23f27201-bee3-471e-b2e7-b64fd8b7ca38}" ma:taxonomyMulti="true" ma:sspId="f1a9981d-741d-4dde-8b20-345ed497435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ACCF5B-2CF8-4307-870B-A048D5029754}">
  <ds:schemaRefs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c2d75ae2-8cad-4a44-8048-741eaed44336"/>
    <ds:schemaRef ds:uri="67ddb062-64c7-497e-a1c1-2ec52e8a1034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6C7B9C5-F6DB-4090-89F1-6052A8A067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CDBA4B-2094-4A27-8DFC-DE15CCB853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d75ae2-8cad-4a44-8048-741eaed44336"/>
    <ds:schemaRef ds:uri="67ddb062-64c7-497e-a1c1-2ec52e8a1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186</Words>
  <Application>Microsoft Office PowerPoint</Application>
  <PresentationFormat>Widescreen</PresentationFormat>
  <Paragraphs>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JLR Emeric ExtraLight</vt:lpstr>
      <vt:lpstr>JLR Emeric SemiBold</vt:lpstr>
      <vt:lpstr>EXAMPLE 1</vt:lpstr>
      <vt:lpstr>EXAMPLE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Jaguar Land Rover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Kieran Marsden</dc:creator>
  <cp:lastModifiedBy>Marton Minda</cp:lastModifiedBy>
  <cp:revision>52</cp:revision>
  <dcterms:created xsi:type="dcterms:W3CDTF">2025-02-06T09:47:16Z</dcterms:created>
  <dcterms:modified xsi:type="dcterms:W3CDTF">2026-07-17T08:54:02Z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2022-05-09T00:00:00Z</vt:filetime>
  </property>
  <property fmtid="{D5CDD505-2E9C-101B-9397-08002B2CF9AE}" pid="3" name="Creator">
    <vt:lpwstr>Adobe InDesign 17.2 (Windows)</vt:lpwstr>
  </property>
  <property fmtid="{D5CDD505-2E9C-101B-9397-08002B2CF9AE}" pid="4" name="LastSaved">
    <vt:filetime>2022-05-09T00:00:00Z</vt:filetime>
  </property>
  <property fmtid="{D5CDD505-2E9C-101B-9397-08002B2CF9AE}" pid="5" name="ContentTypeId">
    <vt:lpwstr>0x0101006C07BDC5259AD94DB177CBDCEFE54F8C</vt:lpwstr>
  </property>
  <property fmtid="{D5CDD505-2E9C-101B-9397-08002B2CF9AE}" pid="6" name="MediaServiceImageTags">
    <vt:lpwstr/>
  </property>
  <property fmtid="{D5CDD505-2E9C-101B-9397-08002B2CF9AE}" pid="7" name="MSIP_Label_289eaf13-f528-470e-bf6b-38b666617431_Enabled">
    <vt:lpwstr>true</vt:lpwstr>
  </property>
  <property fmtid="{D5CDD505-2E9C-101B-9397-08002B2CF9AE}" pid="8" name="MSIP_Label_289eaf13-f528-470e-bf6b-38b666617431_SetDate">
    <vt:lpwstr>2024-10-29T08:54:42Z</vt:lpwstr>
  </property>
  <property fmtid="{D5CDD505-2E9C-101B-9397-08002B2CF9AE}" pid="9" name="MSIP_Label_289eaf13-f528-470e-bf6b-38b666617431_Method">
    <vt:lpwstr>Privileged</vt:lpwstr>
  </property>
  <property fmtid="{D5CDD505-2E9C-101B-9397-08002B2CF9AE}" pid="10" name="MSIP_Label_289eaf13-f528-470e-bf6b-38b666617431_Name">
    <vt:lpwstr>Proprietary</vt:lpwstr>
  </property>
  <property fmtid="{D5CDD505-2E9C-101B-9397-08002B2CF9AE}" pid="11" name="MSIP_Label_289eaf13-f528-470e-bf6b-38b666617431_SiteId">
    <vt:lpwstr>4c087f80-1e07-4f72-9e41-d7d9748d0f4c</vt:lpwstr>
  </property>
  <property fmtid="{D5CDD505-2E9C-101B-9397-08002B2CF9AE}" pid="12" name="MSIP_Label_289eaf13-f528-470e-bf6b-38b666617431_ActionId">
    <vt:lpwstr>ce44de4b-4262-4fe6-ac38-792685d7a746</vt:lpwstr>
  </property>
  <property fmtid="{D5CDD505-2E9C-101B-9397-08002B2CF9AE}" pid="13" name="MSIP_Label_289eaf13-f528-470e-bf6b-38b666617431_ContentBits">
    <vt:lpwstr>0</vt:lpwstr>
  </property>
  <property fmtid="{D5CDD505-2E9C-101B-9397-08002B2CF9AE}" pid="14" name="TaxKeyword">
    <vt:lpwstr/>
  </property>
</Properties>
</file>