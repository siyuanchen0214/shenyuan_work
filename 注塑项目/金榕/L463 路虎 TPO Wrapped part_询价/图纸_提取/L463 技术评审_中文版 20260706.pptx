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5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9" r:id="rId3"/>
    <p:sldMasterId id="2147483691" r:id="rId4"/>
  </p:sldMasterIdLst>
  <p:notesMasterIdLst>
    <p:notesMasterId r:id="rId7"/>
  </p:notesMasterIdLst>
  <p:handoutMasterIdLst>
    <p:handoutMasterId r:id="rId27"/>
  </p:handoutMasterIdLst>
  <p:sldIdLst>
    <p:sldId id="16603138" r:id="rId5"/>
    <p:sldId id="16769356" r:id="rId6"/>
    <p:sldId id="16769361" r:id="rId8"/>
    <p:sldId id="16769389" r:id="rId9"/>
    <p:sldId id="16769390" r:id="rId10"/>
    <p:sldId id="16769392" r:id="rId11"/>
    <p:sldId id="16769477" r:id="rId12"/>
    <p:sldId id="16769393" r:id="rId13"/>
    <p:sldId id="16769479" r:id="rId14"/>
    <p:sldId id="16769458" r:id="rId15"/>
    <p:sldId id="16769462" r:id="rId16"/>
    <p:sldId id="16769419" r:id="rId17"/>
    <p:sldId id="16769467" r:id="rId18"/>
    <p:sldId id="16769424" r:id="rId19"/>
    <p:sldId id="16769425" r:id="rId20"/>
    <p:sldId id="16769431" r:id="rId21"/>
    <p:sldId id="16769432" r:id="rId22"/>
    <p:sldId id="16769434" r:id="rId23"/>
    <p:sldId id="16769435" r:id="rId24"/>
    <p:sldId id="16769487" r:id="rId25"/>
    <p:sldId id="16769381" r:id="rId26"/>
  </p:sldIdLst>
  <p:sldSz cx="12192000" cy="6858000"/>
  <p:notesSz cx="6858000" cy="9144000"/>
  <p:custDataLst>
    <p:tags r:id="rId3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" id="{6559EA65-DD6D-4AF4-A565-8BC799778770}">
          <p14:sldIdLst>
            <p14:sldId id="16603138"/>
            <p14:sldId id="16769356"/>
            <p14:sldId id="16769361"/>
            <p14:sldId id="16769389"/>
            <p14:sldId id="16769390"/>
            <p14:sldId id="16769392"/>
            <p14:sldId id="16769477"/>
            <p14:sldId id="16769393"/>
            <p14:sldId id="16769479"/>
            <p14:sldId id="16769458"/>
            <p14:sldId id="16769462"/>
            <p14:sldId id="16769419"/>
            <p14:sldId id="16769467"/>
            <p14:sldId id="16769424"/>
            <p14:sldId id="16769425"/>
            <p14:sldId id="16769431"/>
            <p14:sldId id="16769432"/>
            <p14:sldId id="16769434"/>
            <p14:sldId id="16769435"/>
            <p14:sldId id="16769487"/>
            <p14:sldId id="16769381"/>
          </p14:sldIdLst>
        </p14:section>
        <p14:section name="内页" id="{F4712FA0-E735-485D-89EB-7EC98C78618A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8" userDrawn="1">
          <p15:clr>
            <a:srgbClr val="A4A3A4"/>
          </p15:clr>
        </p15:guide>
        <p15:guide id="2" pos="3666" userDrawn="1">
          <p15:clr>
            <a:srgbClr val="A4A3A4"/>
          </p15:clr>
        </p15:guide>
        <p15:guide id="3" pos="710" userDrawn="1">
          <p15:clr>
            <a:srgbClr val="A4A3A4"/>
          </p15:clr>
        </p15:guide>
        <p15:guide id="4" pos="5085" userDrawn="1">
          <p15:clr>
            <a:srgbClr val="A4A3A4"/>
          </p15:clr>
        </p15:guide>
        <p15:guide id="5" pos="4058" userDrawn="1">
          <p15:clr>
            <a:srgbClr val="A4A3A4"/>
          </p15:clr>
        </p15:guide>
        <p15:guide id="6" pos="668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0" clrIdx="0"/>
  <p:cmAuthor id="2" name="A" initials="A" lastIdx="0" clrIdx="1"/>
  <p:cmAuthor id="3" name="WPS" initials="W" lastIdx="0" clrIdx="2"/>
  <p:cmAuthor id="4" name="dgs" initials="{&quot;applyName&quot;:&quot;谢志锋&quot;,&quot;approverName&quot;:&quot;林军昌;赵路军;&quot;,&quot;creatorTime&quot;:&quot;2021-04-29 16:23:56.0&quot;}" lastIdx="0" clrIdx="3"/>
  <p:cmAuthor id="5" name="huhn" initials="h" lastIdx="0" clrIdx="4"/>
  <p:cmAuthor id="6" name="Administrator" initials="A" lastIdx="0" clrIdx="5"/>
  <p:cmAuthor id="7" name="作者" initials="A" lastIdx="0" clrIdx="6"/>
  <p:cmAuthor id="8" name="方超" initials="方超" lastIdx="0" clrIdx="7"/>
  <p:cmAuthor id="9" name="Lisa Lind" initials="LL" lastIdx="0" clrIdx="8"/>
  <p:cmAuthor id="10" name="珍珠奶茶" initials="珍" lastIdx="0" clrIdx="9"/>
  <p:cmAuthor id="11" name="Katharina Moritz" initials="KM" lastIdx="0" clrIdx="10"/>
  <p:cmAuthor id="12" name="Jing Zhang （张婧）" initials="JZ（" lastIdx="0" clrIdx="11"/>
  <p:cmAuthor id="13" name="Julia Huhn" initials="JH" lastIdx="0" clrIdx="12"/>
  <p:cmAuthor id="14" name="SteveN" initials="S" lastIdx="0" clrIdx="13"/>
  <p:cmAuthor id="15" name="彭玉凤" initials="彭玉凤" lastIdx="0" clrIdx="14"/>
  <p:cmAuthor id="16" name="kechuying" initials="k" lastIdx="0" clrIdx="15"/>
  <p:cmAuthor id="17" name="admin" initials="a" lastIdx="0" clrIdx="16"/>
  <p:cmAuthor id="18" name="翟宏帅" initials="翟" lastIdx="0" clrIdx="17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0A1F68"/>
    <a:srgbClr val="FCFCFF"/>
    <a:srgbClr val="061A64"/>
    <a:srgbClr val="E1E3E5"/>
    <a:srgbClr val="ECF5FE"/>
    <a:srgbClr val="DA2128"/>
    <a:srgbClr val="1DB24A"/>
    <a:srgbClr val="7F7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ADECD50-69A9-4004-97C0-7A6AEA151B63}" styleName="表样式 1 14">
    <a:wholeTbl>
      <a:tcTxStyle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Style>
        <a:tcBdr/>
        <a:fill>
          <a:solidFill>
            <a:schemeClr val="accent2">
              <a:alpha val="25000"/>
              <a:lumMod val="40000"/>
              <a:lumOff val="6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>
              <a:alpha val="25000"/>
              <a:lumMod val="40000"/>
              <a:lumOff val="60000"/>
            </a:schemeClr>
          </a:solidFill>
        </a:fill>
      </a:tcStyle>
    </a:band1V>
    <a:la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/>
              </a:solidFill>
              <a:prstDash val="solid"/>
            </a:ln>
          </a:top>
          <a:bottom>
            <a:ln w="9525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lastRow>
    <a:firstRow>
      <a:tcTxStyle b="on">
        <a:fontRef idx="none">
          <a:schemeClr val="bg1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5186C6ED-45D3-464C-9B91-01AB4A93FB67}" styleName="表样式 1 12">
    <a:wholeTbl>
      <a:tcTxStyle>
        <a:fontRef idx="none">
          <a:srgbClr val="000000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wholeTbl>
    <a:band2H>
      <a:tcStyle>
        <a:tcBdr/>
        <a:fill>
          <a:solidFill>
            <a:schemeClr val="accent2">
              <a:lumMod val="10000"/>
              <a:lumOff val="90000"/>
            </a:schemeClr>
          </a:solidFill>
        </a:fill>
      </a:tcStyle>
    </a:band2H>
    <a:band1V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10000"/>
              <a:lumOff val="90000"/>
            </a:schemeClr>
          </a:solidFill>
        </a:fill>
      </a:tcStyle>
    </a:band1V>
    <a:la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20000"/>
              <a:lumOff val="80000"/>
            </a:schemeClr>
          </a:solidFill>
        </a:fill>
      </a:tcStyle>
    </a:lastCol>
    <a:firstCol>
      <a:tcTxStyle b="on">
        <a:fontRef idx="none">
          <a:srgbClr val="08090C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2">
              <a:lumMod val="20000"/>
              <a:lumOff val="80000"/>
            </a:schemeClr>
          </a:solidFill>
        </a:fill>
      </a:tcStyle>
    </a:firstCol>
    <a:lastRow>
      <a:tcTxStyle b="on">
        <a:fontRef idx="none">
          <a:schemeClr val="accent2"/>
        </a:fontRef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lastRow>
    <a:se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eCell>
    <a:swCell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9525" cmpd="sng">
              <a:solidFill>
                <a:schemeClr val="accent2">
                  <a:lumMod val="40000"/>
                  <a:lumOff val="60000"/>
                </a:schemeClr>
              </a:solidFill>
              <a:prstDash val="solid"/>
            </a:ln>
          </a:top>
          <a:bottom>
            <a:ln w="12700" cmpd="sng">
              <a:solidFill>
                <a:schemeClr val="accent2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rgbClr val="FFFFFF"/>
          </a:solidFill>
        </a:fill>
      </a:tcStyle>
    </a:swCell>
    <a:firstRow>
      <a:tcTxStyle b="on">
        <a:fontRef idx="none">
          <a:srgbClr val="FFFFFF"/>
        </a:fontRef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81" d="100"/>
          <a:sy n="81" d="100"/>
        </p:scale>
        <p:origin x="45" y="48"/>
      </p:cViewPr>
      <p:guideLst>
        <p:guide orient="horz" pos="2188"/>
        <p:guide pos="3666"/>
        <p:guide pos="710"/>
        <p:guide pos="5085"/>
        <p:guide pos="4058"/>
        <p:guide pos="66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ableStyles" Target="tableStyles.xml"/><Relationship Id="rId31" Type="http://schemas.openxmlformats.org/officeDocument/2006/relationships/commentAuthors" Target="commentAuthors.xml"/><Relationship Id="rId32" Type="http://schemas.openxmlformats.org/officeDocument/2006/relationships/tags" Target="tags/tag16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圆角 66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6000"/>
                  <a:lumOff val="9400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101B-38DC-465D-8280-A50AEB4568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55CE-12C1-430C-9E66-4EE602C9D7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310F67-325C-4E9D-8D5E-C36E95D511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D67313-50BC-4C8D-AB9A-90A5A5456A2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719665" y="313688"/>
            <a:ext cx="10669059" cy="7150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281969" y="507813"/>
            <a:ext cx="2985280" cy="33868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483870" rtl="0" eaLnBrk="1" latinLnBrk="0" hangingPunct="1"/>
            <a:r>
              <a:rPr lang="zh-CN" altLang="en-US" sz="1600" kern="120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正文</a:t>
            </a:r>
            <a:r>
              <a:rPr lang="en-US" altLang="zh-CN" sz="1600" kern="1200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 . </a:t>
            </a:r>
            <a:r>
              <a:rPr lang="zh-CN" altLang="en-US" sz="1600" kern="1200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  <a:cs typeface="+mn-cs"/>
              </a:rPr>
              <a:t>第二章</a:t>
            </a:r>
            <a:endParaRPr lang="zh-CN" altLang="en-US" sz="1600" kern="120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  <a:cs typeface="+mn-cs"/>
            </a:endParaRPr>
          </a:p>
        </p:txBody>
      </p:sp>
      <p:sp>
        <p:nvSpPr>
          <p:cNvPr id="16" name="TextBox 10"/>
          <p:cNvSpPr>
            <a:spLocks noChangeArrowheads="1"/>
          </p:cNvSpPr>
          <p:nvPr userDrawn="1"/>
        </p:nvSpPr>
        <p:spPr bwMode="auto">
          <a:xfrm>
            <a:off x="910032" y="2081034"/>
            <a:ext cx="648850" cy="2932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143988" rIns="71994" anchor="ctr">
            <a:spAutoFit/>
          </a:bodyPr>
          <a:lstStyle/>
          <a:p>
            <a:pPr algn="l"/>
            <a:r>
              <a:rPr lang="zh-CN" altLang="en-US" sz="2800" b="1" spc="127" baseline="0" dirty="0">
                <a:solidFill>
                  <a:schemeClr val="bg1"/>
                </a:solidFill>
                <a:latin typeface="Arial" panose="020B0604020202020204" pitchFamily="34" charset="0"/>
                <a:ea typeface="Arial" panose="020B0604020202020204" pitchFamily="34" charset="0"/>
              </a:rPr>
              <a:t>会议为什么低效</a:t>
            </a:r>
            <a:endParaRPr lang="zh-CN" altLang="en-US" sz="2800" b="1" spc="127" baseline="0" dirty="0">
              <a:solidFill>
                <a:schemeClr val="bg1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685057" y="1082324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</a:rPr>
              <a:t>02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1631042" y="6165137"/>
            <a:ext cx="792249" cy="360031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36B2E6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仅标题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4E12-1D60-4A55-AB4B-62571717B7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842F-C7DD-43D5-A0A3-915CEF8B6FF0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78543" y="451485"/>
            <a:ext cx="9525907" cy="5791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圆角 66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6000"/>
                  <a:lumOff val="9400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101B-38DC-465D-8280-A50AEB4568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55CE-12C1-430C-9E66-4EE602C9D7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4E12-1D60-4A55-AB4B-62571717B7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842F-C7DD-43D5-A0A3-915CEF8B6FF0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78543" y="451485"/>
            <a:ext cx="9525907" cy="5791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5310F67-325C-4E9D-8D5E-C36E95D5111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AD67313-50BC-4C8D-AB9A-90A5A5456A26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719665" y="313688"/>
            <a:ext cx="10669059" cy="715012"/>
          </a:xfrm>
          <a:prstGeom prst="rect">
            <a:avLst/>
          </a:prstGeo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281969" y="507813"/>
            <a:ext cx="2985280" cy="33868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483870" rtl="0" eaLnBrk="1" latinLnBrk="0" hangingPunct="1"/>
            <a:r>
              <a:rPr lang="zh-CN" altLang="en-US" sz="1600" kern="120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正文</a:t>
            </a:r>
            <a:r>
              <a:rPr lang="en-US" altLang="zh-CN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 . </a:t>
            </a:r>
            <a:r>
              <a:rPr lang="zh-CN" altLang="en-US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第二章</a:t>
            </a:r>
            <a:endParaRPr lang="zh-CN" altLang="en-US" sz="1600" kern="120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16" name="TextBox 10"/>
          <p:cNvSpPr>
            <a:spLocks noChangeArrowheads="1"/>
          </p:cNvSpPr>
          <p:nvPr userDrawn="1"/>
        </p:nvSpPr>
        <p:spPr bwMode="auto">
          <a:xfrm>
            <a:off x="910032" y="2081034"/>
            <a:ext cx="648850" cy="2932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143988" rIns="71994" anchor="ctr">
            <a:spAutoFit/>
          </a:bodyPr>
          <a:lstStyle/>
          <a:p>
            <a:pPr algn="l"/>
            <a:r>
              <a:rPr lang="zh-CN" altLang="en-US" sz="2800" b="1" spc="127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</a:rPr>
              <a:t>会议为什么低效</a:t>
            </a:r>
            <a:endParaRPr lang="zh-CN" altLang="en-US" sz="2800" b="1" spc="127" baseline="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685057" y="1082324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</a:rPr>
              <a:t>02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1631042" y="6165137"/>
            <a:ext cx="792249" cy="360031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36B2E6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5_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无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圆角 66"/>
          <p:cNvSpPr/>
          <p:nvPr userDrawn="1"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flip="none" rotWithShape="1">
            <a:gsLst>
              <a:gs pos="100000">
                <a:schemeClr val="accent2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6000"/>
                  <a:lumOff val="94000"/>
                </a:schemeClr>
              </a:gs>
            </a:gsLst>
            <a:lin ang="54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1101B-38DC-465D-8280-A50AEB456802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E955CE-12C1-430C-9E66-4EE602C9D73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BADB4-A6E2-46F3-B2E8-27C38388E76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F4C2F1-DB0C-473C-B2F8-DC97A87A6A99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59140" y="465401"/>
            <a:ext cx="10766098" cy="587905"/>
          </a:xfrm>
        </p:spPr>
        <p:txBody>
          <a:bodyPr>
            <a:normAutofit/>
          </a:bodyPr>
          <a:lstStyle>
            <a:lvl1pPr>
              <a:defRPr sz="2800" b="1">
                <a:solidFill>
                  <a:schemeClr val="tx2">
                    <a:lumMod val="7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604E12-1D60-4A55-AB4B-62571717B76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5E842F-C7DD-43D5-A0A3-915CEF8B6FF0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78543" y="451485"/>
            <a:ext cx="9525907" cy="57915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3000" b="1">
                <a:latin typeface="+mn-ea"/>
                <a:ea typeface="+mn-ea"/>
              </a:defRPr>
            </a:lvl1pPr>
          </a:lstStyle>
          <a:p>
            <a:r>
              <a:rPr lang="zh-CN" altLang="en-US" dirty="0"/>
              <a:t>输入内容标题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 userDrawn="1"/>
        </p:nvSpPr>
        <p:spPr>
          <a:xfrm>
            <a:off x="1281969" y="507813"/>
            <a:ext cx="2985280" cy="338682"/>
          </a:xfrm>
          <a:prstGeom prst="rect">
            <a:avLst/>
          </a:prstGeom>
          <a:noFill/>
          <a:effectLst>
            <a:reflection blurRad="6350" stA="50000" endA="300" endPos="38500" dist="50800" dir="5400000" sy="-100000" algn="bl" rotWithShape="0"/>
          </a:effectLst>
        </p:spPr>
        <p:txBody>
          <a:bodyPr wrap="square" rtlCol="0">
            <a:spAutoFit/>
          </a:bodyPr>
          <a:lstStyle/>
          <a:p>
            <a:pPr marL="0" algn="l" defTabSz="483870" rtl="0" eaLnBrk="1" latinLnBrk="0" hangingPunct="1"/>
            <a:r>
              <a:rPr lang="zh-CN" altLang="en-US" sz="1600" kern="120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正文</a:t>
            </a:r>
            <a:r>
              <a:rPr lang="en-US" altLang="zh-CN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 . </a:t>
            </a:r>
            <a:r>
              <a:rPr lang="zh-CN" altLang="en-US" sz="1600" kern="1200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  <a:cs typeface="+mn-cs"/>
              </a:rPr>
              <a:t>第二章</a:t>
            </a:r>
            <a:endParaRPr lang="zh-CN" altLang="en-US" sz="1600" kern="120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16" name="TextBox 10"/>
          <p:cNvSpPr>
            <a:spLocks noChangeArrowheads="1"/>
          </p:cNvSpPr>
          <p:nvPr userDrawn="1"/>
        </p:nvSpPr>
        <p:spPr bwMode="auto">
          <a:xfrm>
            <a:off x="910032" y="2081034"/>
            <a:ext cx="648850" cy="2932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 wrap="square" lIns="143988" rIns="71994" anchor="ctr">
            <a:spAutoFit/>
          </a:bodyPr>
          <a:lstStyle/>
          <a:p>
            <a:pPr algn="l"/>
            <a:r>
              <a:rPr lang="zh-CN" altLang="en-US" sz="2800" b="1" spc="127" baseline="0" dirty="0">
                <a:solidFill>
                  <a:schemeClr val="bg1"/>
                </a:solidFill>
                <a:latin typeface="OPPOSans M" panose="00020600040101010101" charset="-122"/>
                <a:ea typeface="OPPOSans M" panose="00020600040101010101" charset="-122"/>
              </a:rPr>
              <a:t>会议为什么低效</a:t>
            </a:r>
            <a:endParaRPr lang="zh-CN" altLang="en-US" sz="2800" b="1" spc="127" baseline="0" dirty="0">
              <a:solidFill>
                <a:schemeClr val="bg1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  <p:sp>
        <p:nvSpPr>
          <p:cNvPr id="17" name="TextBox 16"/>
          <p:cNvSpPr txBox="1"/>
          <p:nvPr userDrawn="1"/>
        </p:nvSpPr>
        <p:spPr>
          <a:xfrm>
            <a:off x="1685057" y="1082324"/>
            <a:ext cx="9541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5400" b="1">
                <a:solidFill>
                  <a:schemeClr val="accent3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5400" dirty="0">
                <a:solidFill>
                  <a:schemeClr val="bg1"/>
                </a:solidFill>
              </a:rPr>
              <a:t>02</a:t>
            </a:r>
            <a:endParaRPr lang="zh-CN" altLang="en-US" sz="5400" dirty="0">
              <a:solidFill>
                <a:schemeClr val="bg1"/>
              </a:solidFill>
            </a:endParaRPr>
          </a:p>
        </p:txBody>
      </p:sp>
      <p:sp>
        <p:nvSpPr>
          <p:cNvPr id="19" name="矩形 18"/>
          <p:cNvSpPr/>
          <p:nvPr userDrawn="1"/>
        </p:nvSpPr>
        <p:spPr>
          <a:xfrm>
            <a:off x="1631042" y="6165137"/>
            <a:ext cx="792249" cy="360031"/>
          </a:xfrm>
          <a:prstGeom prst="rect">
            <a:avLst/>
          </a:prstGeom>
          <a:solidFill>
            <a:srgbClr val="FFFFFF">
              <a:alpha val="65098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0" dirty="0">
              <a:solidFill>
                <a:srgbClr val="36B2E6"/>
              </a:solidFill>
              <a:latin typeface="OPPOSans M" panose="00020600040101010101" charset="-122"/>
              <a:ea typeface="OPPOSans M" panose="00020600040101010101" charset="-122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 Slides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dy Copy with Side Pa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 userDrawn="1"/>
        </p:nvPicPr>
        <p:blipFill rotWithShape="1">
          <a:blip r:embed="rId2" cstate="print"/>
          <a:srcRect r="97552"/>
          <a:stretch>
            <a:fillRect/>
          </a:stretch>
        </p:blipFill>
        <p:spPr>
          <a:xfrm>
            <a:off x="0" y="0"/>
            <a:ext cx="298449" cy="6858000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609600" y="341929"/>
            <a:ext cx="7391400" cy="228600"/>
          </a:xfrm>
          <a:prstGeom prst="rect">
            <a:avLst/>
          </a:prstGeom>
        </p:spPr>
        <p:txBody>
          <a:bodyPr/>
          <a:lstStyle>
            <a:lvl1pPr>
              <a:defRPr sz="790" spc="225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TITLE OF THE PPT OR TITLE OF THE SECTIONS</a:t>
            </a:r>
            <a:endParaRPr lang="en-GB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095375"/>
            <a:ext cx="5257800" cy="304800"/>
          </a:xfrm>
          <a:prstGeom prst="rect">
            <a:avLst/>
          </a:prstGeom>
        </p:spPr>
        <p:txBody>
          <a:bodyPr/>
          <a:lstStyle>
            <a:lvl1pPr>
              <a:defRPr sz="1050" spc="225">
                <a:latin typeface="JLR Emeric ExtraLight" panose="02000503040000020004" pitchFamily="2" charset="0"/>
              </a:defRPr>
            </a:lvl1pPr>
          </a:lstStyle>
          <a:p>
            <a:pPr lvl="0"/>
            <a:r>
              <a:rPr lang="en-US"/>
              <a:t>01 TITLE</a:t>
            </a:r>
            <a:endParaRPr lang="en-GB"/>
          </a:p>
        </p:txBody>
      </p:sp>
      <p:sp>
        <p:nvSpPr>
          <p:cNvPr id="10" name="Content Placeholder 8"/>
          <p:cNvSpPr>
            <a:spLocks noGrp="1"/>
          </p:cNvSpPr>
          <p:nvPr>
            <p:ph idx="1" hasCustomPrompt="1"/>
          </p:nvPr>
        </p:nvSpPr>
        <p:spPr>
          <a:xfrm>
            <a:off x="609600" y="1581150"/>
            <a:ext cx="11201400" cy="3600450"/>
          </a:xfrm>
          <a:prstGeom prst="rect">
            <a:avLst/>
          </a:prstGeom>
        </p:spPr>
        <p:txBody>
          <a:bodyPr/>
          <a:lstStyle>
            <a:lvl1pPr>
              <a:defRPr sz="900">
                <a:latin typeface="JLR Emeric ExtraLight" panose="02000503040000020004" pitchFamily="2" charset="0"/>
              </a:defRPr>
            </a:lvl1pPr>
            <a:lvl2pPr marL="471805" indent="-128905">
              <a:buFont typeface="Arial" panose="020B0604020202020204" pitchFamily="34" charset="0"/>
              <a:buChar char="•"/>
              <a:defRPr sz="900">
                <a:latin typeface="JLR Emeric ExtraLight" panose="02000503040000020004" pitchFamily="2" charset="0"/>
              </a:defRPr>
            </a:lvl2pPr>
            <a:lvl3pPr marL="814705" indent="-128905">
              <a:buFont typeface="Arial" panose="020B0604020202020204" pitchFamily="34" charset="0"/>
              <a:buChar char="•"/>
              <a:defRPr sz="900">
                <a:latin typeface="JLR Emeric ExtraLight" panose="02000503040000020004" pitchFamily="2" charset="0"/>
              </a:defRPr>
            </a:lvl3pPr>
          </a:lstStyle>
          <a:p>
            <a:r>
              <a:rPr lang="en-GB"/>
              <a:t>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first level of text. To toggle between the text levels, highlight the required text and select the ‘tab’ or ‘</a:t>
            </a:r>
            <a:r>
              <a:rPr lang="en-GB" err="1"/>
              <a:t>shift+tab</a:t>
            </a:r>
            <a:r>
              <a:rPr lang="en-GB"/>
              <a:t>’ keys. Lorem ipsum </a:t>
            </a:r>
            <a:r>
              <a:rPr lang="en-GB" err="1"/>
              <a:t>dolor</a:t>
            </a:r>
            <a:r>
              <a:rPr lang="en-GB"/>
              <a:t> sit </a:t>
            </a:r>
            <a:r>
              <a:rPr lang="en-GB" err="1"/>
              <a:t>amet</a:t>
            </a:r>
            <a:r>
              <a:rPr lang="en-GB"/>
              <a:t>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adipiscing</a:t>
            </a:r>
            <a:r>
              <a:rPr lang="en-GB"/>
              <a:t> </a:t>
            </a:r>
            <a:r>
              <a:rPr lang="en-GB" err="1"/>
              <a:t>elit</a:t>
            </a:r>
            <a:r>
              <a:rPr lang="en-GB"/>
              <a:t>. </a:t>
            </a:r>
            <a:r>
              <a:rPr lang="en-GB" err="1"/>
              <a:t>Nullam</a:t>
            </a:r>
            <a:r>
              <a:rPr lang="en-GB"/>
              <a:t> </a:t>
            </a:r>
            <a:r>
              <a:rPr lang="en-GB" err="1"/>
              <a:t>eget</a:t>
            </a:r>
            <a:r>
              <a:rPr lang="en-GB"/>
              <a:t> </a:t>
            </a:r>
            <a:r>
              <a:rPr lang="en-GB" err="1"/>
              <a:t>nisl</a:t>
            </a:r>
            <a:r>
              <a:rPr lang="en-GB"/>
              <a:t> </a:t>
            </a:r>
            <a:r>
              <a:rPr lang="en-GB" err="1"/>
              <a:t>tristique</a:t>
            </a:r>
            <a:r>
              <a:rPr lang="en-GB"/>
              <a:t>, convallis </a:t>
            </a:r>
            <a:r>
              <a:rPr lang="en-GB" err="1"/>
              <a:t>metus</a:t>
            </a:r>
            <a:r>
              <a:rPr lang="en-GB"/>
              <a:t> at,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dolor</a:t>
            </a:r>
            <a:r>
              <a:rPr lang="en-GB"/>
              <a:t>. Aenean </a:t>
            </a:r>
            <a:r>
              <a:rPr lang="en-GB" err="1"/>
              <a:t>porttitor</a:t>
            </a:r>
            <a:r>
              <a:rPr lang="en-GB"/>
              <a:t> </a:t>
            </a:r>
            <a:r>
              <a:rPr lang="en-GB" err="1"/>
              <a:t>felis</a:t>
            </a:r>
            <a:r>
              <a:rPr lang="en-GB"/>
              <a:t> </a:t>
            </a:r>
            <a:r>
              <a:rPr lang="en-GB" err="1"/>
              <a:t>neque</a:t>
            </a:r>
            <a:r>
              <a:rPr lang="en-GB"/>
              <a:t>, </a:t>
            </a:r>
            <a:r>
              <a:rPr lang="en-GB" err="1"/>
              <a:t>quis</a:t>
            </a:r>
            <a:r>
              <a:rPr lang="en-GB"/>
              <a:t> </a:t>
            </a:r>
            <a:r>
              <a:rPr lang="en-GB" err="1"/>
              <a:t>hendrerit</a:t>
            </a:r>
            <a:r>
              <a:rPr lang="en-GB"/>
              <a:t>.</a:t>
            </a:r>
            <a:endParaRPr lang="en-GB"/>
          </a:p>
          <a:p>
            <a:endParaRPr lang="en-GB"/>
          </a:p>
          <a:p>
            <a:r>
              <a:rPr lang="en-GB"/>
              <a:t>Subheading (embolden first level of text)</a:t>
            </a:r>
            <a:endParaRPr lang="en-GB"/>
          </a:p>
          <a:p>
            <a:endParaRPr lang="en-GB"/>
          </a:p>
          <a:p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risus</a:t>
            </a:r>
            <a:r>
              <a:rPr lang="en-GB"/>
              <a:t> at libero </a:t>
            </a:r>
            <a:r>
              <a:rPr lang="en-GB" err="1"/>
              <a:t>volutpat</a:t>
            </a:r>
            <a:r>
              <a:rPr lang="en-GB"/>
              <a:t> </a:t>
            </a:r>
            <a:r>
              <a:rPr lang="en-GB" err="1"/>
              <a:t>sollicitudin</a:t>
            </a:r>
            <a:r>
              <a:rPr lang="en-GB"/>
              <a:t>. </a:t>
            </a:r>
            <a:r>
              <a:rPr lang="en-GB" err="1"/>
              <a:t>Donec</a:t>
            </a:r>
            <a:r>
              <a:rPr lang="en-GB"/>
              <a:t> </a:t>
            </a:r>
            <a:r>
              <a:rPr lang="en-GB" err="1"/>
              <a:t>scelerisque</a:t>
            </a:r>
            <a:r>
              <a:rPr lang="en-GB"/>
              <a:t> </a:t>
            </a:r>
            <a:r>
              <a:rPr lang="en-GB" err="1"/>
              <a:t>lacinia</a:t>
            </a:r>
            <a:r>
              <a:rPr lang="en-GB"/>
              <a:t> </a:t>
            </a:r>
            <a:r>
              <a:rPr lang="en-GB" err="1"/>
              <a:t>diam</a:t>
            </a:r>
            <a:r>
              <a:rPr lang="en-GB"/>
              <a:t> </a:t>
            </a:r>
            <a:r>
              <a:rPr lang="en-GB" err="1"/>
              <a:t>ut</a:t>
            </a:r>
            <a:r>
              <a:rPr lang="en-GB"/>
              <a:t> </a:t>
            </a:r>
            <a:r>
              <a:rPr lang="en-GB" err="1"/>
              <a:t>elementum</a:t>
            </a:r>
            <a:r>
              <a:rPr lang="en-GB"/>
              <a:t>. </a:t>
            </a:r>
            <a:r>
              <a:rPr lang="en-GB" err="1"/>
              <a:t>Sed</a:t>
            </a:r>
            <a:r>
              <a:rPr lang="en-GB"/>
              <a:t> id </a:t>
            </a:r>
            <a:r>
              <a:rPr lang="en-GB" err="1"/>
              <a:t>eleifend</a:t>
            </a:r>
            <a:r>
              <a:rPr lang="en-GB"/>
              <a:t> </a:t>
            </a:r>
            <a:r>
              <a:rPr lang="en-GB" err="1"/>
              <a:t>metus</a:t>
            </a:r>
            <a:r>
              <a:rPr lang="en-GB"/>
              <a:t>, et </a:t>
            </a:r>
            <a:r>
              <a:rPr lang="en-GB" err="1"/>
              <a:t>placerat</a:t>
            </a:r>
            <a:r>
              <a:rPr lang="en-GB"/>
              <a:t> lorem. </a:t>
            </a:r>
            <a:r>
              <a:rPr lang="en-GB" err="1"/>
              <a:t>Vestibulum</a:t>
            </a:r>
            <a:r>
              <a:rPr lang="en-GB"/>
              <a:t> ante ipsum </a:t>
            </a:r>
            <a:r>
              <a:rPr lang="en-GB" err="1"/>
              <a:t>primis</a:t>
            </a:r>
            <a:r>
              <a:rPr lang="en-GB"/>
              <a:t> in </a:t>
            </a:r>
            <a:r>
              <a:rPr lang="en-GB" err="1"/>
              <a:t>faucibus</a:t>
            </a:r>
            <a:r>
              <a:rPr lang="en-GB"/>
              <a:t> </a:t>
            </a:r>
            <a:r>
              <a:rPr lang="en-GB" err="1"/>
              <a:t>orci</a:t>
            </a:r>
            <a:r>
              <a:rPr lang="en-GB"/>
              <a:t> </a:t>
            </a:r>
            <a:r>
              <a:rPr lang="en-GB" err="1"/>
              <a:t>luctus</a:t>
            </a:r>
            <a:r>
              <a:rPr lang="en-GB"/>
              <a:t> et </a:t>
            </a:r>
            <a:r>
              <a:rPr lang="en-GB" err="1"/>
              <a:t>ultrices</a:t>
            </a:r>
            <a:r>
              <a:rPr lang="en-GB"/>
              <a:t> </a:t>
            </a:r>
            <a:r>
              <a:rPr lang="en-GB" err="1"/>
              <a:t>posuere</a:t>
            </a:r>
            <a:r>
              <a:rPr lang="en-GB"/>
              <a:t> </a:t>
            </a:r>
            <a:r>
              <a:rPr lang="en-GB" err="1"/>
              <a:t>cubilia</a:t>
            </a:r>
            <a:r>
              <a:rPr lang="en-GB"/>
              <a:t> </a:t>
            </a:r>
            <a:r>
              <a:rPr lang="en-GB" err="1"/>
              <a:t>Curae</a:t>
            </a:r>
            <a:r>
              <a:rPr lang="en-GB"/>
              <a:t>; </a:t>
            </a:r>
            <a:r>
              <a:rPr lang="en-GB" err="1"/>
              <a:t>Suspendisse</a:t>
            </a:r>
            <a:r>
              <a:rPr lang="en-GB"/>
              <a:t> at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vestibulum</a:t>
            </a:r>
            <a:r>
              <a:rPr lang="en-GB"/>
              <a:t>, </a:t>
            </a:r>
            <a:r>
              <a:rPr lang="en-GB" err="1"/>
              <a:t>rhoncus</a:t>
            </a:r>
            <a:r>
              <a:rPr lang="en-GB"/>
              <a:t> libero ac, </a:t>
            </a:r>
            <a:r>
              <a:rPr lang="en-GB" err="1"/>
              <a:t>consectetur</a:t>
            </a:r>
            <a:r>
              <a:rPr lang="en-GB"/>
              <a:t> </a:t>
            </a:r>
            <a:r>
              <a:rPr lang="en-GB" err="1"/>
              <a:t>purus</a:t>
            </a:r>
            <a:r>
              <a:rPr lang="en-GB"/>
              <a:t>. </a:t>
            </a:r>
            <a:r>
              <a:rPr lang="en-GB" err="1"/>
              <a:t>Mauris</a:t>
            </a:r>
            <a:r>
              <a:rPr lang="en-GB"/>
              <a:t> </a:t>
            </a:r>
            <a:r>
              <a:rPr lang="en-GB" err="1"/>
              <a:t>finibus</a:t>
            </a:r>
            <a:r>
              <a:rPr lang="en-GB"/>
              <a:t> </a:t>
            </a:r>
            <a:r>
              <a:rPr lang="en-GB" err="1"/>
              <a:t>vulputate</a:t>
            </a:r>
            <a:r>
              <a:rPr lang="en-GB"/>
              <a:t>.</a:t>
            </a:r>
            <a:endParaRPr lang="en-GB"/>
          </a:p>
          <a:p>
            <a:endParaRPr lang="en-GB"/>
          </a:p>
          <a:p>
            <a:pPr lvl="1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</a:t>
            </a:r>
            <a:r>
              <a:rPr lang="en-GB" err="1"/>
              <a:t>ExtraLight</a:t>
            </a:r>
            <a:r>
              <a:rPr lang="en-GB"/>
              <a:t> 12pt. This is second level of text.</a:t>
            </a:r>
            <a:endParaRPr lang="en-GB"/>
          </a:p>
          <a:p>
            <a:pPr lvl="2"/>
            <a:r>
              <a:rPr lang="en-GB"/>
              <a:t>Indented bullet point JLR </a:t>
            </a:r>
            <a:r>
              <a:rPr lang="en-GB" err="1"/>
              <a:t>Emeric</a:t>
            </a:r>
            <a:r>
              <a:rPr lang="en-GB"/>
              <a:t> ExtraLight12pt Regular. This is third level of text</a:t>
            </a:r>
            <a:endParaRPr lang="en-GB"/>
          </a:p>
          <a:p>
            <a:pPr lvl="2"/>
            <a:endParaRPr lang="en-GB"/>
          </a:p>
          <a:p>
            <a:endParaRPr lang="en-GB"/>
          </a:p>
        </p:txBody>
      </p:sp>
      <p:sp>
        <p:nvSpPr>
          <p:cNvPr id="3" name="object 9"/>
          <p:cNvSpPr/>
          <p:nvPr userDrawn="1"/>
        </p:nvSpPr>
        <p:spPr>
          <a:xfrm>
            <a:off x="2143377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6" name="object 10"/>
          <p:cNvSpPr/>
          <p:nvPr userDrawn="1"/>
        </p:nvSpPr>
        <p:spPr>
          <a:xfrm>
            <a:off x="2890724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9" name="object 11"/>
          <p:cNvSpPr/>
          <p:nvPr userDrawn="1"/>
        </p:nvSpPr>
        <p:spPr>
          <a:xfrm>
            <a:off x="3976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1" name="object 12"/>
          <p:cNvSpPr txBox="1"/>
          <p:nvPr userDrawn="1"/>
        </p:nvSpPr>
        <p:spPr>
          <a:xfrm>
            <a:off x="698500" y="6579658"/>
            <a:ext cx="1327801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0" lvl="0" indent="0" defTabSz="685800" eaLnBrk="1" fontAlgn="auto" latinLnBrk="0" hangingPunct="1">
              <a:lnSpc>
                <a:spcPct val="100000"/>
              </a:lnSpc>
              <a:spcBef>
                <a:spcPts val="8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CUSTOMER LOVE</a:t>
            </a:r>
            <a:endParaRPr lang="en-GB"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2" name="object 14"/>
          <p:cNvSpPr txBox="1"/>
          <p:nvPr userDrawn="1"/>
        </p:nvSpPr>
        <p:spPr>
          <a:xfrm>
            <a:off x="2260455" y="6579658"/>
            <a:ext cx="513193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UNITY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3" name="object 15"/>
          <p:cNvSpPr txBox="1"/>
          <p:nvPr userDrawn="1"/>
        </p:nvSpPr>
        <p:spPr>
          <a:xfrm>
            <a:off x="3007801" y="6579658"/>
            <a:ext cx="851151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INTEGRITY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4" name="object 16"/>
          <p:cNvSpPr txBox="1"/>
          <p:nvPr userDrawn="1"/>
        </p:nvSpPr>
        <p:spPr>
          <a:xfrm>
            <a:off x="4093105" y="6579658"/>
            <a:ext cx="684847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GROWTH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sp>
        <p:nvSpPr>
          <p:cNvPr id="15" name="object 11"/>
          <p:cNvSpPr/>
          <p:nvPr userDrawn="1"/>
        </p:nvSpPr>
        <p:spPr>
          <a:xfrm>
            <a:off x="4895029" y="6584446"/>
            <a:ext cx="0" cy="127000"/>
          </a:xfrm>
          <a:custGeom>
            <a:avLst/>
            <a:gdLst/>
            <a:ahLst/>
            <a:cxnLst/>
            <a:rect l="l" t="t" r="r" b="b"/>
            <a:pathLst>
              <a:path h="127000">
                <a:moveTo>
                  <a:pt x="0" y="0"/>
                </a:moveTo>
                <a:lnTo>
                  <a:pt x="0" y="126999"/>
                </a:lnTo>
              </a:path>
            </a:pathLst>
          </a:custGeom>
          <a:ln w="6350">
            <a:solidFill>
              <a:srgbClr val="D1BD82"/>
            </a:solidFill>
          </a:ln>
        </p:spPr>
        <p:txBody>
          <a:bodyPr wrap="square" lIns="0" tIns="0" rIns="0" bIns="0" rtlCol="0"/>
          <a:lstStyle/>
          <a:p>
            <a:endParaRPr sz="1350"/>
          </a:p>
        </p:txBody>
      </p:sp>
      <p:sp>
        <p:nvSpPr>
          <p:cNvPr id="16" name="object 16"/>
          <p:cNvSpPr txBox="1"/>
          <p:nvPr userDrawn="1"/>
        </p:nvSpPr>
        <p:spPr>
          <a:xfrm>
            <a:off x="5012103" y="6579658"/>
            <a:ext cx="626695" cy="101600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>
              <a:lnSpc>
                <a:spcPct val="100000"/>
              </a:lnSpc>
              <a:spcBef>
                <a:spcPts val="80"/>
              </a:spcBef>
            </a:pPr>
            <a:r>
              <a:rPr lang="en-GB" sz="600" b="0" spc="225">
                <a:solidFill>
                  <a:schemeClr val="bg1">
                    <a:lumMod val="50000"/>
                  </a:schemeClr>
                </a:solidFill>
                <a:latin typeface="JLR Emeric ExtraLight"/>
                <a:cs typeface="JLR Emeric ExtraLight"/>
              </a:rPr>
              <a:t>IMPACT</a:t>
            </a:r>
            <a:endParaRPr sz="600" spc="225">
              <a:solidFill>
                <a:schemeClr val="bg1">
                  <a:lumMod val="50000"/>
                </a:schemeClr>
              </a:solidFill>
              <a:latin typeface="JLR Emeric ExtraLight"/>
              <a:cs typeface="JLR Emeric ExtraLight"/>
            </a:endParaRPr>
          </a:p>
        </p:txBody>
      </p:sp>
      <p:pic>
        <p:nvPicPr>
          <p:cNvPr id="4" name="Graphic 3"/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542100" y="342299"/>
            <a:ext cx="259421" cy="228230"/>
          </a:xfrm>
          <a:prstGeom prst="rect">
            <a:avLst/>
          </a:prstGeom>
        </p:spPr>
      </p:pic>
      <p:sp>
        <p:nvSpPr>
          <p:cNvPr id="7" name="Slide Number Placeholder 1"/>
          <p:cNvSpPr txBox="1"/>
          <p:nvPr userDrawn="1"/>
        </p:nvSpPr>
        <p:spPr>
          <a:xfrm>
            <a:off x="11403923" y="6567047"/>
            <a:ext cx="397599" cy="161798"/>
          </a:xfrm>
          <a:prstGeom prst="rect">
            <a:avLst/>
          </a:prstGeom>
        </p:spPr>
        <p:txBody>
          <a:bodyPr/>
          <a:lstStyle>
            <a:defPPr>
              <a:defRPr kern="0"/>
            </a:defPPr>
          </a:lstStyle>
          <a:p>
            <a:pPr marL="28575" algn="r">
              <a:spcBef>
                <a:spcPts val="80"/>
              </a:spcBef>
            </a:pPr>
            <a:fld id="{81D60167-4931-47E6-BA6A-407CBD079E47}" type="slidenum">
              <a:rPr lang="en-GB" sz="525" spc="-19" smtClean="0">
                <a:solidFill>
                  <a:schemeClr val="tx1"/>
                </a:solidFill>
                <a:latin typeface="JLR Emeric ExtraLight" panose="02000503040000020004" pitchFamily="2" charset="0"/>
              </a:rPr>
            </a:fld>
            <a:r>
              <a:rPr lang="en-GB" sz="525" spc="375">
                <a:solidFill>
                  <a:schemeClr val="bg1"/>
                </a:solidFill>
                <a:latin typeface="JLR Emeric ExtraLight" panose="02000503040000020004" pitchFamily="2" charset="0"/>
              </a:rPr>
              <a:t> </a:t>
            </a:r>
            <a:endParaRPr lang="en-GB" sz="525" spc="375">
              <a:solidFill>
                <a:schemeClr val="bg1"/>
              </a:solidFill>
              <a:latin typeface="JLR Emeric ExtraLight" panose="02000503040000020004" pitchFamily="2" charset="0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image" Target="../media/image1.jpeg"/><Relationship Id="rId2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slideLayout" Target="../slideLayouts/slideLayout22.xml"/><Relationship Id="rId3" Type="http://schemas.openxmlformats.org/officeDocument/2006/relationships/slideLayout" Target="../slideLayouts/slideLayout23.xml"/><Relationship Id="rId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25.xml"/><Relationship Id="rId6" Type="http://schemas.openxmlformats.org/officeDocument/2006/relationships/slideLayout" Target="../slideLayouts/slideLayout26.xml"/><Relationship Id="rId7" Type="http://schemas.openxmlformats.org/officeDocument/2006/relationships/slideLayout" Target="../slideLayouts/slideLayout27.xml"/><Relationship Id="rId8" Type="http://schemas.openxmlformats.org/officeDocument/2006/relationships/slideLayout" Target="../slideLayouts/slideLayout28.xml"/><Relationship Id="rId9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33.xml"/><Relationship Id="rId1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35.xml"/><Relationship Id="rId1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37.xml"/><Relationship Id="rId1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39.xml"/><Relationship Id="rId20" Type="http://schemas.openxmlformats.org/officeDocument/2006/relationships/slideLayout" Target="../slideLayouts/slideLayout40.xml"/><Relationship Id="rId21" Type="http://schemas.openxmlformats.org/officeDocument/2006/relationships/slideLayout" Target="../slideLayouts/slideLayout41.xml"/><Relationship Id="rId22" Type="http://schemas.openxmlformats.org/officeDocument/2006/relationships/image" Target="../media/image1.jpeg"/><Relationship Id="rId2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slideLayout" Target="../slideLayouts/slideLayout43.xml"/><Relationship Id="rId3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5.xml"/><Relationship Id="rId5" Type="http://schemas.openxmlformats.org/officeDocument/2006/relationships/slideLayout" Target="../slideLayouts/slideLayout46.xml"/><Relationship Id="rId6" Type="http://schemas.openxmlformats.org/officeDocument/2006/relationships/slideLayout" Target="../slideLayouts/slideLayout47.xml"/><Relationship Id="rId7" Type="http://schemas.openxmlformats.org/officeDocument/2006/relationships/slideLayout" Target="../slideLayouts/slideLayout48.xml"/><Relationship Id="rId8" Type="http://schemas.openxmlformats.org/officeDocument/2006/relationships/slideLayout" Target="../slideLayouts/slideLayout49.xml"/><Relationship Id="rId9" Type="http://schemas.openxmlformats.org/officeDocument/2006/relationships/slideLayout" Target="../slideLayouts/slideLayout50.xml"/><Relationship Id="rId10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54.xml"/><Relationship Id="rId14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56.xml"/><Relationship Id="rId16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58.xml"/><Relationship Id="rId18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61.xml"/><Relationship Id="rId21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63.xml"/><Relationship Id="rId23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65.xml"/><Relationship Id="rId25" Type="http://schemas.openxmlformats.org/officeDocument/2006/relationships/slideLayout" Target="../slideLayouts/slideLayout66.xml"/><Relationship Id="rId26" Type="http://schemas.openxmlformats.org/officeDocument/2006/relationships/slideLayout" Target="../slideLayouts/slideLayout67.xml"/><Relationship Id="rId27" Type="http://schemas.openxmlformats.org/officeDocument/2006/relationships/slideLayout" Target="../slideLayouts/slideLayout68.xml"/><Relationship Id="rId28" Type="http://schemas.openxmlformats.org/officeDocument/2006/relationships/image" Target="../media/image1.jpeg"/><Relationship Id="rId29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ea typeface="Arial" panose="020B0604020202020204" pitchFamily="34" charset="0"/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3" name="图片 52" descr="雪地上的风景&#10;&#10;中度可信度描述已自动生成"/>
          <p:cNvPicPr>
            <a:picLocks noChangeAspect="1"/>
          </p:cNvPicPr>
          <p:nvPr userDrawn="1"/>
        </p:nvPicPr>
        <p:blipFill rotWithShape="1">
          <a:blip r:embed="rId21" cstate="screen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Arial" panose="020B0604020202020204" pitchFamily="34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3" name="图片 52" descr="雪地上的风景&#10;&#10;中度可信度描述已自动生成"/>
          <p:cNvPicPr>
            <a:picLocks noChangeAspect="1"/>
          </p:cNvPicPr>
          <p:nvPr userDrawn="1"/>
        </p:nvPicPr>
        <p:blipFill rotWithShape="1">
          <a:blip r:embed="rId22" cstate="screen">
            <a:alphaModFix amt="12000"/>
            <a:duotone>
              <a:schemeClr val="accent1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689" r:id="rId20"/>
    <p:sldLayoutId id="2147483690" r:id="rId2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pic>
        <p:nvPicPr>
          <p:cNvPr id="53" name="图片 52" descr="雪地上的风景&#10;&#10;中度可信度描述已自动生成"/>
          <p:cNvPicPr>
            <a:picLocks noChangeAspect="1"/>
          </p:cNvPicPr>
          <p:nvPr userDrawn="1"/>
        </p:nvPicPr>
        <p:blipFill rotWithShape="1">
          <a:blip r:embed="rId28" cstate="screen">
            <a:alphaModFix amt="19000"/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2192000 w 12192000"/>
              <a:gd name="connsiteY1" fmla="*/ 0 h 6858000"/>
              <a:gd name="connsiteX2" fmla="*/ 12192000 w 12192000"/>
              <a:gd name="connsiteY2" fmla="*/ 6858000 h 6858000"/>
              <a:gd name="connsiteX3" fmla="*/ 0 w 121920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  <p:sldLayoutId id="2147483704" r:id="rId13"/>
    <p:sldLayoutId id="2147483705" r:id="rId14"/>
    <p:sldLayoutId id="2147483706" r:id="rId15"/>
    <p:sldLayoutId id="2147483707" r:id="rId16"/>
    <p:sldLayoutId id="2147483708" r:id="rId17"/>
    <p:sldLayoutId id="2147483709" r:id="rId18"/>
    <p:sldLayoutId id="2147483710" r:id="rId19"/>
    <p:sldLayoutId id="2147483711" r:id="rId20"/>
    <p:sldLayoutId id="2147483712" r:id="rId21"/>
    <p:sldLayoutId id="2147483713" r:id="rId22"/>
    <p:sldLayoutId id="2147483714" r:id="rId23"/>
    <p:sldLayoutId id="2147483715" r:id="rId24"/>
    <p:sldLayoutId id="2147483716" r:id="rId25"/>
    <p:sldLayoutId id="2147483717" r:id="rId26"/>
    <p:sldLayoutId id="2147483718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microsoft.com/office/2007/relationships/hdphoto" Target="../media/image6.wdp"/><Relationship Id="rId3" Type="http://schemas.openxmlformats.org/officeDocument/2006/relationships/image" Target="../media/image7.png"/><Relationship Id="rId4" Type="http://schemas.microsoft.com/office/2007/relationships/hdphoto" Target="../media/image8.wdp"/><Relationship Id="rId5" Type="http://schemas.openxmlformats.org/officeDocument/2006/relationships/image" Target="../media/image9.png"/><Relationship Id="rId6" Type="http://schemas.openxmlformats.org/officeDocument/2006/relationships/tags" Target="../tags/tag1.xml"/><Relationship Id="rId7" Type="http://schemas.openxmlformats.org/officeDocument/2006/relationships/slideLayout" Target="../slideLayouts/slideLayout53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image" Target="../media/image10.png"/><Relationship Id="rId3" Type="http://schemas.microsoft.com/office/2007/relationships/hdphoto" Target="../media/image11.wdp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tags" Target="../tags/tag10.xml"/><Relationship Id="rId3" Type="http://schemas.openxmlformats.org/officeDocument/2006/relationships/tags" Target="../tags/tag11.xml"/><Relationship Id="rId4" Type="http://schemas.openxmlformats.org/officeDocument/2006/relationships/tags" Target="../tags/tag12.xml"/><Relationship Id="rId5" Type="http://schemas.openxmlformats.org/officeDocument/2006/relationships/tags" Target="../tags/tag13.xml"/><Relationship Id="rId6" Type="http://schemas.openxmlformats.org/officeDocument/2006/relationships/tags" Target="../tags/tag14.xml"/><Relationship Id="rId7" Type="http://schemas.openxmlformats.org/officeDocument/2006/relationships/tags" Target="../tags/tag15.xml"/><Relationship Id="rId8" Type="http://schemas.openxmlformats.org/officeDocument/2006/relationships/tags" Target="../tags/tag16.xml"/><Relationship Id="rId9" Type="http://schemas.openxmlformats.org/officeDocument/2006/relationships/tags" Target="../tags/tag17.xml"/><Relationship Id="rId10" Type="http://schemas.openxmlformats.org/officeDocument/2006/relationships/tags" Target="../tags/tag18.xml"/><Relationship Id="rId11" Type="http://schemas.openxmlformats.org/officeDocument/2006/relationships/tags" Target="../tags/tag19.xml"/><Relationship Id="rId12" Type="http://schemas.openxmlformats.org/officeDocument/2006/relationships/tags" Target="../tags/tag20.xml"/><Relationship Id="rId13" Type="http://schemas.openxmlformats.org/officeDocument/2006/relationships/tags" Target="../tags/tag21.xml"/><Relationship Id="rId14" Type="http://schemas.openxmlformats.org/officeDocument/2006/relationships/tags" Target="../tags/tag22.xml"/><Relationship Id="rId15" Type="http://schemas.openxmlformats.org/officeDocument/2006/relationships/tags" Target="../tags/tag23.xml"/><Relationship Id="rId16" Type="http://schemas.openxmlformats.org/officeDocument/2006/relationships/tags" Target="../tags/tag24.xml"/><Relationship Id="rId17" Type="http://schemas.openxmlformats.org/officeDocument/2006/relationships/tags" Target="../tags/tag25.xml"/><Relationship Id="rId18" Type="http://schemas.openxmlformats.org/officeDocument/2006/relationships/tags" Target="../tags/tag26.xml"/><Relationship Id="rId19" Type="http://schemas.openxmlformats.org/officeDocument/2006/relationships/tags" Target="../tags/tag27.xml"/><Relationship Id="rId20" Type="http://schemas.openxmlformats.org/officeDocument/2006/relationships/tags" Target="../tags/tag28.xml"/><Relationship Id="rId21" Type="http://schemas.openxmlformats.org/officeDocument/2006/relationships/tags" Target="../tags/tag29.xml"/><Relationship Id="rId22" Type="http://schemas.openxmlformats.org/officeDocument/2006/relationships/slideLayout" Target="../slideLayouts/slideLayout5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tags" Target="../tags/tag32.xml"/><Relationship Id="rId4" Type="http://schemas.openxmlformats.org/officeDocument/2006/relationships/tags" Target="../tags/tag33.xml"/><Relationship Id="rId5" Type="http://schemas.openxmlformats.org/officeDocument/2006/relationships/tags" Target="../tags/tag34.xml"/><Relationship Id="rId6" Type="http://schemas.openxmlformats.org/officeDocument/2006/relationships/slideLayout" Target="../slideLayouts/slideLayout59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tags" Target="../tags/tag35.xml"/><Relationship Id="rId2" Type="http://schemas.openxmlformats.org/officeDocument/2006/relationships/tags" Target="../tags/tag36.xml"/><Relationship Id="rId3" Type="http://schemas.openxmlformats.org/officeDocument/2006/relationships/image" Target="../media/image12.emf"/><Relationship Id="rId4" Type="http://schemas.openxmlformats.org/officeDocument/2006/relationships/slideLayout" Target="../slideLayouts/slideLayout5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tags" Target="../tags/tag37.xml"/><Relationship Id="rId2" Type="http://schemas.openxmlformats.org/officeDocument/2006/relationships/tags" Target="../tags/tag38.xml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5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tags" Target="../tags/tag39.xml"/><Relationship Id="rId2" Type="http://schemas.openxmlformats.org/officeDocument/2006/relationships/tags" Target="../tags/tag40.xml"/><Relationship Id="rId3" Type="http://schemas.openxmlformats.org/officeDocument/2006/relationships/image" Target="../media/image14.png"/><Relationship Id="rId4" Type="http://schemas.openxmlformats.org/officeDocument/2006/relationships/tags" Target="../tags/tag41.xml"/><Relationship Id="rId5" Type="http://schemas.openxmlformats.org/officeDocument/2006/relationships/tags" Target="../tags/tag42.xml"/><Relationship Id="rId6" Type="http://schemas.openxmlformats.org/officeDocument/2006/relationships/tags" Target="../tags/tag43.xml"/><Relationship Id="rId7" Type="http://schemas.openxmlformats.org/officeDocument/2006/relationships/image" Target="../media/image15.png"/><Relationship Id="rId8" Type="http://schemas.openxmlformats.org/officeDocument/2006/relationships/tags" Target="../tags/tag44.xml"/><Relationship Id="rId9" Type="http://schemas.openxmlformats.org/officeDocument/2006/relationships/tags" Target="../tags/tag45.xml"/><Relationship Id="rId10" Type="http://schemas.openxmlformats.org/officeDocument/2006/relationships/image" Target="../media/image16.png"/><Relationship Id="rId11" Type="http://schemas.openxmlformats.org/officeDocument/2006/relationships/slideLayout" Target="../slideLayouts/slideLayout59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image" Target="../media/image10.png"/><Relationship Id="rId3" Type="http://schemas.microsoft.com/office/2007/relationships/hdphoto" Target="../media/image11.wdp"/><Relationship Id="rId4" Type="http://schemas.openxmlformats.org/officeDocument/2006/relationships/tags" Target="../tags/tag47.xml"/><Relationship Id="rId5" Type="http://schemas.openxmlformats.org/officeDocument/2006/relationships/tags" Target="../tags/tag48.xml"/><Relationship Id="rId6" Type="http://schemas.openxmlformats.org/officeDocument/2006/relationships/tags" Target="../tags/tag49.xml"/><Relationship Id="rId7" Type="http://schemas.openxmlformats.org/officeDocument/2006/relationships/tags" Target="../tags/tag50.xml"/><Relationship Id="rId8" Type="http://schemas.openxmlformats.org/officeDocument/2006/relationships/tags" Target="../tags/tag51.xml"/><Relationship Id="rId9" Type="http://schemas.openxmlformats.org/officeDocument/2006/relationships/tags" Target="../tags/tag52.xml"/><Relationship Id="rId10" Type="http://schemas.openxmlformats.org/officeDocument/2006/relationships/tags" Target="../tags/tag53.xml"/><Relationship Id="rId11" Type="http://schemas.openxmlformats.org/officeDocument/2006/relationships/slideLayout" Target="../slideLayouts/slideLayout48.xml"/><Relationship Id="rId1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tags" Target="../tags/tag56.xml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tags" Target="../tags/tag57.xml"/><Relationship Id="rId10" Type="http://schemas.openxmlformats.org/officeDocument/2006/relationships/slideLayout" Target="../slideLayouts/slideLayout4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tags" Target="../tags/tag58.xml"/><Relationship Id="rId3" Type="http://schemas.openxmlformats.org/officeDocument/2006/relationships/tags" Target="../tags/tag59.xml"/><Relationship Id="rId4" Type="http://schemas.openxmlformats.org/officeDocument/2006/relationships/tags" Target="../tags/tag60.xml"/><Relationship Id="rId5" Type="http://schemas.openxmlformats.org/officeDocument/2006/relationships/tags" Target="../tags/tag61.xml"/><Relationship Id="rId6" Type="http://schemas.openxmlformats.org/officeDocument/2006/relationships/slideLayout" Target="../slideLayouts/slideLayout4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tags" Target="../tags/tag64.xml"/><Relationship Id="rId4" Type="http://schemas.openxmlformats.org/officeDocument/2006/relationships/tags" Target="../tags/tag65.xml"/><Relationship Id="rId5" Type="http://schemas.openxmlformats.org/officeDocument/2006/relationships/tags" Target="../tags/tag66.xml"/><Relationship Id="rId6" Type="http://schemas.openxmlformats.org/officeDocument/2006/relationships/tags" Target="../tags/tag67.xml"/><Relationship Id="rId7" Type="http://schemas.openxmlformats.org/officeDocument/2006/relationships/tags" Target="../tags/tag68.xml"/><Relationship Id="rId8" Type="http://schemas.openxmlformats.org/officeDocument/2006/relationships/tags" Target="../tags/tag69.xml"/><Relationship Id="rId9" Type="http://schemas.openxmlformats.org/officeDocument/2006/relationships/tags" Target="../tags/tag70.xml"/><Relationship Id="rId10" Type="http://schemas.openxmlformats.org/officeDocument/2006/relationships/tags" Target="../tags/tag71.xml"/><Relationship Id="rId11" Type="http://schemas.openxmlformats.org/officeDocument/2006/relationships/image" Target="../media/image23.jpeg"/><Relationship Id="rId12" Type="http://schemas.openxmlformats.org/officeDocument/2006/relationships/tags" Target="../tags/tag72.xml"/><Relationship Id="rId13" Type="http://schemas.openxmlformats.org/officeDocument/2006/relationships/tags" Target="../tags/tag73.xml"/><Relationship Id="rId14" Type="http://schemas.openxmlformats.org/officeDocument/2006/relationships/tags" Target="../tags/tag74.xml"/><Relationship Id="rId15" Type="http://schemas.openxmlformats.org/officeDocument/2006/relationships/tags" Target="../tags/tag75.xml"/><Relationship Id="rId16" Type="http://schemas.openxmlformats.org/officeDocument/2006/relationships/slideLayout" Target="../slideLayouts/slideLayout4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image" Target="../media/image10.png"/><Relationship Id="rId3" Type="http://schemas.microsoft.com/office/2007/relationships/hdphoto" Target="../media/image11.wdp"/><Relationship Id="rId4" Type="http://schemas.openxmlformats.org/officeDocument/2006/relationships/tags" Target="../tags/tag77.xml"/><Relationship Id="rId5" Type="http://schemas.openxmlformats.org/officeDocument/2006/relationships/tags" Target="../tags/tag78.xml"/><Relationship Id="rId6" Type="http://schemas.openxmlformats.org/officeDocument/2006/relationships/tags" Target="../tags/tag79.xml"/><Relationship Id="rId7" Type="http://schemas.openxmlformats.org/officeDocument/2006/relationships/tags" Target="../tags/tag80.xml"/><Relationship Id="rId8" Type="http://schemas.openxmlformats.org/officeDocument/2006/relationships/tags" Target="../tags/tag81.xml"/><Relationship Id="rId9" Type="http://schemas.openxmlformats.org/officeDocument/2006/relationships/tags" Target="../tags/tag82.xml"/><Relationship Id="rId10" Type="http://schemas.openxmlformats.org/officeDocument/2006/relationships/tags" Target="../tags/tag83.xml"/><Relationship Id="rId11" Type="http://schemas.openxmlformats.org/officeDocument/2006/relationships/slideLayout" Target="../slideLayouts/slideLayout48.xml"/><Relationship Id="rId12" Type="http://schemas.openxmlformats.org/officeDocument/2006/relationships/notesSlide" Target="../notesSlides/notes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tags" Target="../tags/tag84.xml"/><Relationship Id="rId2" Type="http://schemas.openxmlformats.org/officeDocument/2006/relationships/tags" Target="../tags/tag85.xml"/><Relationship Id="rId3" Type="http://schemas.openxmlformats.org/officeDocument/2006/relationships/tags" Target="../tags/tag86.xml"/><Relationship Id="rId4" Type="http://schemas.openxmlformats.org/officeDocument/2006/relationships/tags" Target="../tags/tag87.xml"/><Relationship Id="rId5" Type="http://schemas.openxmlformats.org/officeDocument/2006/relationships/tags" Target="../tags/tag88.xml"/><Relationship Id="rId6" Type="http://schemas.openxmlformats.org/officeDocument/2006/relationships/slideLayout" Target="../slideLayouts/slideLayout48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tags" Target="../tags/tag89.xml"/><Relationship Id="rId2" Type="http://schemas.openxmlformats.org/officeDocument/2006/relationships/image" Target="../media/image10.png"/><Relationship Id="rId3" Type="http://schemas.microsoft.com/office/2007/relationships/hdphoto" Target="../media/image11.wdp"/><Relationship Id="rId4" Type="http://schemas.openxmlformats.org/officeDocument/2006/relationships/tags" Target="../tags/tag90.xml"/><Relationship Id="rId5" Type="http://schemas.openxmlformats.org/officeDocument/2006/relationships/tags" Target="../tags/tag91.xml"/><Relationship Id="rId6" Type="http://schemas.openxmlformats.org/officeDocument/2006/relationships/tags" Target="../tags/tag92.xml"/><Relationship Id="rId7" Type="http://schemas.openxmlformats.org/officeDocument/2006/relationships/tags" Target="../tags/tag93.xml"/><Relationship Id="rId8" Type="http://schemas.openxmlformats.org/officeDocument/2006/relationships/tags" Target="../tags/tag94.xml"/><Relationship Id="rId9" Type="http://schemas.openxmlformats.org/officeDocument/2006/relationships/tags" Target="../tags/tag95.xml"/><Relationship Id="rId10" Type="http://schemas.openxmlformats.org/officeDocument/2006/relationships/tags" Target="../tags/tag96.xml"/><Relationship Id="rId11" Type="http://schemas.openxmlformats.org/officeDocument/2006/relationships/slideLayout" Target="../slideLayouts/slideLayout48.xml"/><Relationship Id="rId1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tags" Target="../tags/tag97.xml"/><Relationship Id="rId2" Type="http://schemas.openxmlformats.org/officeDocument/2006/relationships/tags" Target="../tags/tag98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slideLayout" Target="../slideLayouts/slideLayout5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tags" Target="../tags/tag99.xml"/><Relationship Id="rId2" Type="http://schemas.openxmlformats.org/officeDocument/2006/relationships/image" Target="../media/image10.png"/><Relationship Id="rId3" Type="http://schemas.microsoft.com/office/2007/relationships/hdphoto" Target="../media/image11.wdp"/><Relationship Id="rId4" Type="http://schemas.openxmlformats.org/officeDocument/2006/relationships/tags" Target="../tags/tag100.xml"/><Relationship Id="rId5" Type="http://schemas.openxmlformats.org/officeDocument/2006/relationships/tags" Target="../tags/tag101.xml"/><Relationship Id="rId6" Type="http://schemas.openxmlformats.org/officeDocument/2006/relationships/tags" Target="../tags/tag102.xml"/><Relationship Id="rId7" Type="http://schemas.openxmlformats.org/officeDocument/2006/relationships/tags" Target="../tags/tag103.xml"/><Relationship Id="rId8" Type="http://schemas.openxmlformats.org/officeDocument/2006/relationships/tags" Target="../tags/tag104.xml"/><Relationship Id="rId9" Type="http://schemas.openxmlformats.org/officeDocument/2006/relationships/tags" Target="../tags/tag105.xml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tags" Target="../tags/tag106.xml"/><Relationship Id="rId2" Type="http://schemas.openxmlformats.org/officeDocument/2006/relationships/tags" Target="../tags/tag107.xml"/><Relationship Id="rId3" Type="http://schemas.openxmlformats.org/officeDocument/2006/relationships/tags" Target="../tags/tag108.xml"/><Relationship Id="rId4" Type="http://schemas.openxmlformats.org/officeDocument/2006/relationships/image" Target="../media/image31.png"/><Relationship Id="rId5" Type="http://schemas.openxmlformats.org/officeDocument/2006/relationships/image" Target="../media/image32.svg"/><Relationship Id="rId6" Type="http://schemas.openxmlformats.org/officeDocument/2006/relationships/tags" Target="../tags/tag109.xml"/><Relationship Id="rId7" Type="http://schemas.openxmlformats.org/officeDocument/2006/relationships/image" Target="../media/image33.png"/><Relationship Id="rId8" Type="http://schemas.openxmlformats.org/officeDocument/2006/relationships/image" Target="../media/image34.svg"/><Relationship Id="rId9" Type="http://schemas.openxmlformats.org/officeDocument/2006/relationships/tags" Target="../tags/tag110.xml"/><Relationship Id="rId10" Type="http://schemas.openxmlformats.org/officeDocument/2006/relationships/image" Target="../media/image35.png"/><Relationship Id="rId11" Type="http://schemas.openxmlformats.org/officeDocument/2006/relationships/image" Target="../media/image36.svg"/><Relationship Id="rId12" Type="http://schemas.openxmlformats.org/officeDocument/2006/relationships/tags" Target="../tags/tag111.xml"/><Relationship Id="rId13" Type="http://schemas.openxmlformats.org/officeDocument/2006/relationships/image" Target="../media/image37.png"/><Relationship Id="rId14" Type="http://schemas.openxmlformats.org/officeDocument/2006/relationships/image" Target="../media/image38.svg"/><Relationship Id="rId15" Type="http://schemas.openxmlformats.org/officeDocument/2006/relationships/tags" Target="../tags/tag112.xml"/><Relationship Id="rId16" Type="http://schemas.openxmlformats.org/officeDocument/2006/relationships/image" Target="../media/image39.png"/><Relationship Id="rId17" Type="http://schemas.openxmlformats.org/officeDocument/2006/relationships/image" Target="../media/image40.svg"/><Relationship Id="rId18" Type="http://schemas.openxmlformats.org/officeDocument/2006/relationships/tags" Target="../tags/tag113.xml"/><Relationship Id="rId19" Type="http://schemas.openxmlformats.org/officeDocument/2006/relationships/tags" Target="../tags/tag114.xml"/><Relationship Id="rId20" Type="http://schemas.openxmlformats.org/officeDocument/2006/relationships/tags" Target="../tags/tag115.xml"/><Relationship Id="rId21" Type="http://schemas.openxmlformats.org/officeDocument/2006/relationships/image" Target="../media/image41.png"/><Relationship Id="rId22" Type="http://schemas.openxmlformats.org/officeDocument/2006/relationships/image" Target="../media/image42.svg"/><Relationship Id="rId23" Type="http://schemas.openxmlformats.org/officeDocument/2006/relationships/tags" Target="../tags/tag116.xml"/><Relationship Id="rId24" Type="http://schemas.openxmlformats.org/officeDocument/2006/relationships/tags" Target="../tags/tag117.xml"/><Relationship Id="rId25" Type="http://schemas.openxmlformats.org/officeDocument/2006/relationships/tags" Target="../tags/tag118.xml"/><Relationship Id="rId26" Type="http://schemas.openxmlformats.org/officeDocument/2006/relationships/tags" Target="../tags/tag119.xml"/><Relationship Id="rId27" Type="http://schemas.openxmlformats.org/officeDocument/2006/relationships/tags" Target="../tags/tag120.xml"/><Relationship Id="rId28" Type="http://schemas.openxmlformats.org/officeDocument/2006/relationships/tags" Target="../tags/tag121.xml"/><Relationship Id="rId29" Type="http://schemas.openxmlformats.org/officeDocument/2006/relationships/tags" Target="../tags/tag122.xml"/><Relationship Id="rId30" Type="http://schemas.openxmlformats.org/officeDocument/2006/relationships/tags" Target="../tags/tag123.xml"/><Relationship Id="rId31" Type="http://schemas.openxmlformats.org/officeDocument/2006/relationships/tags" Target="../tags/tag124.xml"/><Relationship Id="rId32" Type="http://schemas.openxmlformats.org/officeDocument/2006/relationships/tags" Target="../tags/tag125.xml"/><Relationship Id="rId33" Type="http://schemas.openxmlformats.org/officeDocument/2006/relationships/tags" Target="../tags/tag126.xml"/><Relationship Id="rId34" Type="http://schemas.openxmlformats.org/officeDocument/2006/relationships/tags" Target="../tags/tag127.xml"/><Relationship Id="rId35" Type="http://schemas.openxmlformats.org/officeDocument/2006/relationships/image" Target="../media/image43.png"/><Relationship Id="rId36" Type="http://schemas.openxmlformats.org/officeDocument/2006/relationships/image" Target="../media/image44.svg"/><Relationship Id="rId37" Type="http://schemas.openxmlformats.org/officeDocument/2006/relationships/tags" Target="../tags/tag128.xml"/><Relationship Id="rId38" Type="http://schemas.openxmlformats.org/officeDocument/2006/relationships/slideLayout" Target="../slideLayouts/slideLayout5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tags" Target="../tags/tag129.xml"/><Relationship Id="rId2" Type="http://schemas.openxmlformats.org/officeDocument/2006/relationships/tags" Target="../tags/tag130.xml"/><Relationship Id="rId3" Type="http://schemas.openxmlformats.org/officeDocument/2006/relationships/tags" Target="../tags/tag131.xml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47.png"/><Relationship Id="rId7" Type="http://schemas.openxmlformats.org/officeDocument/2006/relationships/image" Target="../media/image22.png"/><Relationship Id="rId8" Type="http://schemas.openxmlformats.org/officeDocument/2006/relationships/image" Target="../media/image48.png"/><Relationship Id="rId9" Type="http://schemas.openxmlformats.org/officeDocument/2006/relationships/tags" Target="../tags/tag132.xml"/><Relationship Id="rId10" Type="http://schemas.openxmlformats.org/officeDocument/2006/relationships/image" Target="../media/image49.jpeg"/><Relationship Id="rId11" Type="http://schemas.openxmlformats.org/officeDocument/2006/relationships/slideLayout" Target="../slideLayouts/slideLayout59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tags" Target="../tags/tag133.xml"/><Relationship Id="rId2" Type="http://schemas.openxmlformats.org/officeDocument/2006/relationships/image" Target="../media/image10.png"/><Relationship Id="rId3" Type="http://schemas.microsoft.com/office/2007/relationships/hdphoto" Target="../media/image11.wdp"/><Relationship Id="rId4" Type="http://schemas.openxmlformats.org/officeDocument/2006/relationships/tags" Target="../tags/tag134.xml"/><Relationship Id="rId5" Type="http://schemas.openxmlformats.org/officeDocument/2006/relationships/tags" Target="../tags/tag135.xml"/><Relationship Id="rId6" Type="http://schemas.openxmlformats.org/officeDocument/2006/relationships/tags" Target="../tags/tag136.xml"/><Relationship Id="rId7" Type="http://schemas.openxmlformats.org/officeDocument/2006/relationships/tags" Target="../tags/tag137.xml"/><Relationship Id="rId8" Type="http://schemas.openxmlformats.org/officeDocument/2006/relationships/tags" Target="../tags/tag138.xml"/><Relationship Id="rId9" Type="http://schemas.openxmlformats.org/officeDocument/2006/relationships/tags" Target="../tags/tag139.xml"/><Relationship Id="rId10" Type="http://schemas.openxmlformats.org/officeDocument/2006/relationships/slideLayout" Target="../slideLayouts/slideLayout7.xml"/><Relationship Id="rId11" Type="http://schemas.openxmlformats.org/officeDocument/2006/relationships/notesSlide" Target="../notesSlides/notesSlide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tags" Target="../tags/tag140.xml"/><Relationship Id="rId2" Type="http://schemas.openxmlformats.org/officeDocument/2006/relationships/tags" Target="../tags/tag141.xml"/><Relationship Id="rId3" Type="http://schemas.openxmlformats.org/officeDocument/2006/relationships/tags" Target="../tags/tag142.xml"/><Relationship Id="rId4" Type="http://schemas.openxmlformats.org/officeDocument/2006/relationships/slideLayout" Target="../slideLayouts/slideLayout59.xml"/><Relationship Id="rId5" Type="http://schemas.openxmlformats.org/officeDocument/2006/relationships/notesSlide" Target="../notesSlides/notesSlide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tags" Target="../tags/tag143.xml"/><Relationship Id="rId2" Type="http://schemas.openxmlformats.org/officeDocument/2006/relationships/tags" Target="../tags/tag144.xml"/><Relationship Id="rId3" Type="http://schemas.openxmlformats.org/officeDocument/2006/relationships/tags" Target="../tags/tag145.xml"/><Relationship Id="rId4" Type="http://schemas.openxmlformats.org/officeDocument/2006/relationships/tags" Target="../tags/tag146.xml"/><Relationship Id="rId5" Type="http://schemas.openxmlformats.org/officeDocument/2006/relationships/tags" Target="../tags/tag147.xml"/><Relationship Id="rId6" Type="http://schemas.openxmlformats.org/officeDocument/2006/relationships/tags" Target="../tags/tag148.xml"/><Relationship Id="rId7" Type="http://schemas.openxmlformats.org/officeDocument/2006/relationships/tags" Target="../tags/tag149.xml"/><Relationship Id="rId8" Type="http://schemas.openxmlformats.org/officeDocument/2006/relationships/tags" Target="../tags/tag150.xml"/><Relationship Id="rId9" Type="http://schemas.openxmlformats.org/officeDocument/2006/relationships/tags" Target="../tags/tag151.xml"/><Relationship Id="rId10" Type="http://schemas.openxmlformats.org/officeDocument/2006/relationships/tags" Target="../tags/tag152.xml"/><Relationship Id="rId11" Type="http://schemas.openxmlformats.org/officeDocument/2006/relationships/tags" Target="../tags/tag153.xml"/><Relationship Id="rId12" Type="http://schemas.openxmlformats.org/officeDocument/2006/relationships/tags" Target="../tags/tag154.xml"/><Relationship Id="rId13" Type="http://schemas.openxmlformats.org/officeDocument/2006/relationships/tags" Target="../tags/tag155.xml"/><Relationship Id="rId14" Type="http://schemas.openxmlformats.org/officeDocument/2006/relationships/image" Target="../media/image5.png"/><Relationship Id="rId15" Type="http://schemas.microsoft.com/office/2007/relationships/hdphoto" Target="../media/image6.wdp"/><Relationship Id="rId16" Type="http://schemas.openxmlformats.org/officeDocument/2006/relationships/tags" Target="../tags/tag156.xml"/><Relationship Id="rId17" Type="http://schemas.openxmlformats.org/officeDocument/2006/relationships/image" Target="../media/image7.png"/><Relationship Id="rId18" Type="http://schemas.microsoft.com/office/2007/relationships/hdphoto" Target="../media/image8.wdp"/><Relationship Id="rId19" Type="http://schemas.openxmlformats.org/officeDocument/2006/relationships/tags" Target="../tags/tag157.xml"/><Relationship Id="rId20" Type="http://schemas.openxmlformats.org/officeDocument/2006/relationships/tags" Target="../tags/tag158.xml"/><Relationship Id="rId21" Type="http://schemas.openxmlformats.org/officeDocument/2006/relationships/tags" Target="../tags/tag159.xml"/><Relationship Id="rId22" Type="http://schemas.openxmlformats.org/officeDocument/2006/relationships/tags" Target="../tags/tag160.xml"/><Relationship Id="rId23" Type="http://schemas.openxmlformats.org/officeDocument/2006/relationships/tags" Target="../tags/tag161.xml"/><Relationship Id="rId24" Type="http://schemas.openxmlformats.org/officeDocument/2006/relationships/tags" Target="../tags/tag162.xml"/><Relationship Id="rId25" Type="http://schemas.openxmlformats.org/officeDocument/2006/relationships/image" Target="../media/image50.png"/><Relationship Id="rId26" Type="http://schemas.openxmlformats.org/officeDocument/2006/relationships/image" Target="../media/image51.svg"/><Relationship Id="rId27" Type="http://schemas.openxmlformats.org/officeDocument/2006/relationships/image" Target="../media/image9.png"/><Relationship Id="rId28" Type="http://schemas.openxmlformats.org/officeDocument/2006/relationships/tags" Target="../tags/tag163.xml"/><Relationship Id="rId29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-30821" y="-23314"/>
            <a:ext cx="12231673" cy="6881586"/>
          </a:xfrm>
          <a:prstGeom prst="rect">
            <a:avLst/>
          </a:prstGeom>
          <a:gradFill>
            <a:gsLst>
              <a:gs pos="100000">
                <a:srgbClr val="061A64"/>
              </a:gs>
              <a:gs pos="0">
                <a:srgbClr val="061A6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  <a:sym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13569" y="-252713"/>
            <a:ext cx="3092998" cy="3920755"/>
            <a:chOff x="-10047009" y="6683958"/>
            <a:chExt cx="3449347" cy="4372472"/>
          </a:xfrm>
        </p:grpSpPr>
        <p:sp>
          <p:nvSpPr>
            <p:cNvPr id="4" name="矩形: 圆角 3"/>
            <p:cNvSpPr/>
            <p:nvPr/>
          </p:nvSpPr>
          <p:spPr>
            <a:xfrm>
              <a:off x="-9195285" y="6683958"/>
              <a:ext cx="1747321" cy="1747321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5" name="矩形: 圆角 4"/>
            <p:cNvSpPr/>
            <p:nvPr/>
          </p:nvSpPr>
          <p:spPr>
            <a:xfrm>
              <a:off x="-9526285" y="9753107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7" name="矩形: 圆角 6"/>
            <p:cNvSpPr/>
            <p:nvPr/>
          </p:nvSpPr>
          <p:spPr>
            <a:xfrm>
              <a:off x="-7491331" y="8344206"/>
              <a:ext cx="893669" cy="893669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12" name="矩形: 圆角 11"/>
            <p:cNvSpPr/>
            <p:nvPr/>
          </p:nvSpPr>
          <p:spPr>
            <a:xfrm>
              <a:off x="-8435401" y="9237875"/>
              <a:ext cx="987437" cy="987437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13" name="矩形: 圆角 12"/>
            <p:cNvSpPr/>
            <p:nvPr/>
          </p:nvSpPr>
          <p:spPr>
            <a:xfrm>
              <a:off x="-10047009" y="8811491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14" name="矩形: 圆角 13"/>
            <p:cNvSpPr/>
            <p:nvPr/>
          </p:nvSpPr>
          <p:spPr>
            <a:xfrm>
              <a:off x="-9453073" y="8146920"/>
              <a:ext cx="433608" cy="433608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25" name="矩形: 圆角 24"/>
          <p:cNvSpPr/>
          <p:nvPr/>
        </p:nvSpPr>
        <p:spPr>
          <a:xfrm>
            <a:off x="10210505" y="4622687"/>
            <a:ext cx="619057" cy="619057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26" name="矩形: 圆角 25"/>
          <p:cNvSpPr/>
          <p:nvPr/>
        </p:nvSpPr>
        <p:spPr>
          <a:xfrm>
            <a:off x="10630329" y="5023721"/>
            <a:ext cx="398466" cy="398466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27" name="矩形: 圆角 26"/>
          <p:cNvSpPr/>
          <p:nvPr/>
        </p:nvSpPr>
        <p:spPr>
          <a:xfrm>
            <a:off x="10399847" y="3984681"/>
            <a:ext cx="1437506" cy="1437506"/>
          </a:xfrm>
          <a:prstGeom prst="roundRect">
            <a:avLst>
              <a:gd name="adj" fmla="val 6636"/>
            </a:avLst>
          </a:prstGeom>
          <a:solidFill>
            <a:schemeClr val="bg1">
              <a:alpha val="8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1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-31115" y="4853043"/>
            <a:ext cx="7431314" cy="2001783"/>
          </a:xfrm>
          <a:custGeom>
            <a:avLst/>
            <a:gdLst>
              <a:gd name="connsiteX0" fmla="*/ 0 w 6796088"/>
              <a:gd name="connsiteY0" fmla="*/ 0 h 2001783"/>
              <a:gd name="connsiteX1" fmla="*/ 6796088 w 6796088"/>
              <a:gd name="connsiteY1" fmla="*/ 0 h 2001783"/>
              <a:gd name="connsiteX2" fmla="*/ 6796088 w 6796088"/>
              <a:gd name="connsiteY2" fmla="*/ 2001783 h 2001783"/>
              <a:gd name="connsiteX3" fmla="*/ 0 w 6796088"/>
              <a:gd name="connsiteY3" fmla="*/ 2001783 h 200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6088" h="2001783">
                <a:moveTo>
                  <a:pt x="0" y="0"/>
                </a:moveTo>
                <a:lnTo>
                  <a:pt x="6796088" y="0"/>
                </a:lnTo>
                <a:lnTo>
                  <a:pt x="6796088" y="2001783"/>
                </a:lnTo>
                <a:lnTo>
                  <a:pt x="0" y="2001783"/>
                </a:lnTo>
                <a:close/>
              </a:path>
            </a:pathLst>
          </a:custGeom>
        </p:spPr>
      </p:pic>
      <p:pic>
        <p:nvPicPr>
          <p:cNvPr id="2" name="图片 1"/>
          <p:cNvPicPr>
            <a:picLocks noChangeAspect="1"/>
          </p:cNvPicPr>
          <p:nvPr/>
        </p:nvPicPr>
        <p:blipFill>
          <a:blip r:embed="rId3" cstate="screen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38689">
            <a:off x="6862656" y="2011494"/>
            <a:ext cx="6204422" cy="5910376"/>
          </a:xfrm>
          <a:prstGeom prst="rect">
            <a:avLst/>
          </a:prstGeom>
        </p:spPr>
      </p:pic>
      <p:grpSp>
        <p:nvGrpSpPr>
          <p:cNvPr id="8" name="组合 7"/>
          <p:cNvGrpSpPr/>
          <p:nvPr/>
        </p:nvGrpSpPr>
        <p:grpSpPr>
          <a:xfrm>
            <a:off x="680720" y="1654588"/>
            <a:ext cx="8607550" cy="3118079"/>
            <a:chOff x="680720" y="1578388"/>
            <a:chExt cx="8607550" cy="3118079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801625" y="4508957"/>
              <a:ext cx="661618" cy="0"/>
            </a:xfrm>
            <a:prstGeom prst="line">
              <a:avLst/>
            </a:prstGeom>
            <a:ln w="12700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文本框 15"/>
            <p:cNvSpPr txBox="1"/>
            <p:nvPr/>
          </p:nvSpPr>
          <p:spPr>
            <a:xfrm>
              <a:off x="680720" y="1578388"/>
              <a:ext cx="8607550" cy="3118079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rot="0" spcFirstLastPara="0" vertOverflow="overflow" horzOverflow="overflow" vert="horz" wrap="square" lIns="91433" tIns="45716" rIns="91433" bIns="45716" numCol="1" spcCol="0" rtlCol="0" fromWordArt="0" anchor="t" anchorCtr="0" forceAA="0" compatLnSpc="1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4800" b="1" i="0" u="none" strike="noStrike" kern="1200" cap="all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lt"/>
                </a:rPr>
                <a:t>L463 30MY TPO包覆盖板 技术评审</a:t>
              </a:r>
              <a:endParaRPr kumimoji="0" lang="en-US" altLang="zh-CN" sz="4800" b="1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600" cap="all" noProof="0" dirty="0" err="1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>金榕（上海）汽车零部件股份有限公司</a:t>
              </a:r>
              <a:r>
                <a:rPr lang="en-US" altLang="zh-CN" sz="1600" cap="all" noProof="0" dirty="0">
                  <a:ln>
                    <a:noFill/>
                  </a:ln>
                  <a:solidFill>
                    <a:schemeClr val="bg2"/>
                  </a:solidFill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  <a:sym typeface="+mn-lt"/>
                </a:rPr>
                <a:t/>
              </a:r>
              <a:endParaRPr kumimoji="0" lang="en-US" altLang="zh-CN" sz="1600" b="0" i="0" u="none" strike="noStrike" kern="1200" cap="all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altLang="zh-CN" sz="1600" b="0" i="0" u="none" strike="noStrike" kern="1200" cap="all" spc="0" normalizeH="0" baseline="0" noProof="0" dirty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pic>
        <p:nvPicPr>
          <p:cNvPr id="9" name="picture 6"/>
          <p:cNvPicPr/>
          <p:nvPr/>
        </p:nvPicPr>
        <p:blipFill>
          <a:blip r:embed="rId5"/>
          <a:stretch>
            <a:fillRect/>
          </a:stretch>
        </p:blipFill>
        <p:spPr>
          <a:xfrm rot="21600000">
            <a:off x="801370" y="757555"/>
            <a:ext cx="3220720" cy="47815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688975" y="4243070"/>
            <a:ext cx="406400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>
                <a:solidFill>
                  <a:schemeClr val="bg1"/>
                </a:solidFill>
              </a:rPr>
              <a:t>2026年6月22日</a:t>
            </a:r>
            <a:endParaRPr lang="en-US" altLang="zh-CN" sz="1600">
              <a:solidFill>
                <a:schemeClr val="bg1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260288" y="3068975"/>
            <a:ext cx="3324225" cy="1963400"/>
            <a:chOff x="1201933" y="3267730"/>
            <a:chExt cx="3324225" cy="196340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201933" y="4832350"/>
              <a:ext cx="3324225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项目信息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第01部分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目录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3175635"/>
            <a:ext cx="4064000" cy="228790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1.1 项目基础信息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1.2 项目开发流程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1.3 项目团队成员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1.4 项目时间计划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-组合 5"/>
          <p:cNvGrpSpPr/>
          <p:nvPr>
            <p:custDataLst>
              <p:tags r:id="rId1"/>
            </p:custDataLst>
          </p:nvPr>
        </p:nvGrpSpPr>
        <p:grpSpPr>
          <a:xfrm>
            <a:off x="8993" y="5070910"/>
            <a:ext cx="12174014" cy="1678166"/>
            <a:chOff x="999439" y="2555167"/>
            <a:chExt cx="10193123" cy="2006091"/>
          </a:xfrm>
        </p:grpSpPr>
        <p:sp>
          <p:nvSpPr>
            <p:cNvPr id="3" name="PA-椭圆 2"/>
            <p:cNvSpPr/>
            <p:nvPr>
              <p:custDataLst>
                <p:tags r:id="rId2"/>
              </p:custDataLst>
            </p:nvPr>
          </p:nvSpPr>
          <p:spPr>
            <a:xfrm>
              <a:off x="1892158" y="2933360"/>
              <a:ext cx="8407684" cy="1376275"/>
            </a:xfrm>
            <a:prstGeom prst="ellipse">
              <a:avLst/>
            </a:prstGeom>
            <a:gradFill flip="none" rotWithShape="1">
              <a:gsLst>
                <a:gs pos="40000">
                  <a:schemeClr val="accent2">
                    <a:alpha val="0"/>
                  </a:schemeClr>
                </a:gs>
                <a:gs pos="100000">
                  <a:schemeClr val="accent1">
                    <a:alpha val="21000"/>
                  </a:scheme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27" name="PA-椭圆 26"/>
            <p:cNvSpPr/>
            <p:nvPr>
              <p:custDataLst>
                <p:tags r:id="rId3"/>
              </p:custDataLst>
            </p:nvPr>
          </p:nvSpPr>
          <p:spPr>
            <a:xfrm>
              <a:off x="999439" y="2555167"/>
              <a:ext cx="10193123" cy="2006091"/>
            </a:xfrm>
            <a:prstGeom prst="ellipse">
              <a:avLst/>
            </a:prstGeom>
            <a:noFill/>
            <a:ln w="12700">
              <a:gradFill>
                <a:gsLst>
                  <a:gs pos="19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PA-任意多边形 9"/>
          <p:cNvSpPr/>
          <p:nvPr>
            <p:custDataLst>
              <p:tags r:id="rId4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4" name="PA-文本框 63"/>
          <p:cNvSpPr txBox="1"/>
          <p:nvPr>
            <p:custDataLst>
              <p:tags r:id="rId5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1.1 项目信息</a:t>
            </a:r>
            <a:r>
              <a:rPr lang="zh-CN" altLang="en-US" sz="2800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/>
            </a:r>
            <a:r>
              <a:rPr lang="en-US" altLang="zh-CN" sz="2800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/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22" name="矩形 21"/>
          <p:cNvSpPr/>
          <p:nvPr>
            <p:custDataLst>
              <p:tags r:id="rId6"/>
            </p:custDataLst>
          </p:nvPr>
        </p:nvSpPr>
        <p:spPr>
          <a:xfrm>
            <a:off x="2577465" y="1460500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矩形 9"/>
          <p:cNvSpPr/>
          <p:nvPr>
            <p:custDataLst>
              <p:tags r:id="rId7"/>
            </p:custDataLst>
          </p:nvPr>
        </p:nvSpPr>
        <p:spPr>
          <a:xfrm>
            <a:off x="2577465" y="1840230"/>
            <a:ext cx="3291840" cy="615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捷豹路虎 –</a:t>
            </a:r>
            <a:endParaRPr kumimoji="1"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algn="ctr"/>
            <a:r>
              <a:rPr kumimoji="1"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Defender（卫士）</a:t>
            </a:r>
            <a:endParaRPr kumimoji="1"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>
            <p:custDataLst>
              <p:tags r:id="rId8"/>
            </p:custDataLst>
          </p:nvPr>
        </p:nvSpPr>
        <p:spPr>
          <a:xfrm>
            <a:off x="2893060" y="1267460"/>
            <a:ext cx="2679700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品牌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4" name="矩形 63"/>
          <p:cNvSpPr/>
          <p:nvPr>
            <p:custDataLst>
              <p:tags r:id="rId9"/>
            </p:custDataLst>
          </p:nvPr>
        </p:nvSpPr>
        <p:spPr>
          <a:xfrm>
            <a:off x="2577465" y="3104515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16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CPT 交付至 路虎中国IEO仓库</a:t>
            </a:r>
            <a:endParaRPr kumimoji="1" lang="en-US" altLang="zh-CN" sz="16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5" name="矩形 64"/>
          <p:cNvSpPr/>
          <p:nvPr>
            <p:custDataLst>
              <p:tags r:id="rId10"/>
            </p:custDataLst>
          </p:nvPr>
        </p:nvSpPr>
        <p:spPr>
          <a:xfrm>
            <a:off x="2602230" y="3626485"/>
            <a:ext cx="3261995" cy="30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6" name="文本框 65"/>
          <p:cNvSpPr txBox="1"/>
          <p:nvPr>
            <p:custDataLst>
              <p:tags r:id="rId11"/>
            </p:custDataLst>
          </p:nvPr>
        </p:nvSpPr>
        <p:spPr>
          <a:xfrm>
            <a:off x="2893060" y="2911475"/>
            <a:ext cx="2679700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物流条款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68" name="矩形 67"/>
          <p:cNvSpPr/>
          <p:nvPr>
            <p:custDataLst>
              <p:tags r:id="rId12"/>
            </p:custDataLst>
          </p:nvPr>
        </p:nvSpPr>
        <p:spPr>
          <a:xfrm>
            <a:off x="6746240" y="1460500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矩形 68"/>
          <p:cNvSpPr/>
          <p:nvPr>
            <p:custDataLst>
              <p:tags r:id="rId13"/>
            </p:custDataLst>
          </p:nvPr>
        </p:nvSpPr>
        <p:spPr>
          <a:xfrm>
            <a:off x="7440295" y="1966595"/>
            <a:ext cx="1922145" cy="30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L463 30MY（车型年款）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0" name="文本框 69"/>
          <p:cNvSpPr txBox="1"/>
          <p:nvPr>
            <p:custDataLst>
              <p:tags r:id="rId14"/>
            </p:custDataLst>
          </p:nvPr>
        </p:nvSpPr>
        <p:spPr>
          <a:xfrm>
            <a:off x="7060565" y="1267460"/>
            <a:ext cx="2681605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项目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2" name="矩形 71"/>
          <p:cNvSpPr/>
          <p:nvPr>
            <p:custDataLst>
              <p:tags r:id="rId15"/>
            </p:custDataLst>
          </p:nvPr>
        </p:nvSpPr>
        <p:spPr>
          <a:xfrm>
            <a:off x="6746240" y="3104515"/>
            <a:ext cx="3310890" cy="1229360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4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矩形 72"/>
          <p:cNvSpPr/>
          <p:nvPr>
            <p:custDataLst>
              <p:tags r:id="rId16"/>
            </p:custDataLst>
          </p:nvPr>
        </p:nvSpPr>
        <p:spPr>
          <a:xfrm>
            <a:off x="7440295" y="3590925"/>
            <a:ext cx="1922145" cy="30734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20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10,845</a:t>
            </a:r>
            <a:endParaRPr lang="en-US" altLang="zh-CN" sz="20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4" name="文本框 73"/>
          <p:cNvSpPr txBox="1"/>
          <p:nvPr>
            <p:custDataLst>
              <p:tags r:id="rId17"/>
            </p:custDataLst>
          </p:nvPr>
        </p:nvSpPr>
        <p:spPr>
          <a:xfrm>
            <a:off x="7060565" y="2911475"/>
            <a:ext cx="2681605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年均产量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7" name="矩形 6"/>
          <p:cNvSpPr/>
          <p:nvPr>
            <p:custDataLst>
              <p:tags r:id="rId18"/>
            </p:custDataLst>
          </p:nvPr>
        </p:nvSpPr>
        <p:spPr>
          <a:xfrm>
            <a:off x="2573655" y="4823460"/>
            <a:ext cx="3341370" cy="1210945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斯洛伐克 尼特拉</a:t>
            </a:r>
            <a:endParaRPr kumimoji="1" lang="en-US" altLang="zh-CN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5" name="文本框 4"/>
          <p:cNvSpPr txBox="1"/>
          <p:nvPr>
            <p:custDataLst>
              <p:tags r:id="rId19"/>
            </p:custDataLst>
          </p:nvPr>
        </p:nvSpPr>
        <p:spPr>
          <a:xfrm>
            <a:off x="2958036" y="4605661"/>
            <a:ext cx="2679504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工厂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  <p:sp>
        <p:nvSpPr>
          <p:cNvPr id="8" name="矩形 7"/>
          <p:cNvSpPr/>
          <p:nvPr>
            <p:custDataLst>
              <p:tags r:id="rId20"/>
            </p:custDataLst>
          </p:nvPr>
        </p:nvSpPr>
        <p:spPr>
          <a:xfrm>
            <a:off x="6766696" y="4787527"/>
            <a:ext cx="3310835" cy="1229341"/>
          </a:xfrm>
          <a:prstGeom prst="rect">
            <a:avLst/>
          </a:prstGeom>
          <a:solidFill>
            <a:srgbClr val="002060">
              <a:alpha val="0"/>
            </a:srgbClr>
          </a:solidFill>
          <a:ln w="9525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None/>
            </a:pPr>
            <a:r>
              <a:rPr kumimoji="1" lang="en-US" altLang="zh-CN" sz="20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11/12/2028</a:t>
            </a:r>
            <a:endParaRPr kumimoji="1" lang="en-US" altLang="zh-CN" sz="2000" b="1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21"/>
            </p:custDataLst>
          </p:nvPr>
        </p:nvSpPr>
        <p:spPr>
          <a:xfrm>
            <a:off x="7062676" y="4605661"/>
            <a:ext cx="2679504" cy="337185"/>
          </a:xfrm>
          <a:prstGeom prst="rect">
            <a:avLst/>
          </a:prstGeom>
          <a:solidFill>
            <a:srgbClr val="0A1F68"/>
          </a:solidFill>
          <a:ln>
            <a:solidFill>
              <a:schemeClr val="accent5">
                <a:lumMod val="75000"/>
              </a:schemeClr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zh-CN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rPr>
              <a:t>JOB1（量产首件）</a:t>
            </a:r>
            <a:endParaRPr lang="en-US" altLang="zh-CN" sz="16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A-组合 5"/>
          <p:cNvGrpSpPr/>
          <p:nvPr>
            <p:custDataLst>
              <p:tags r:id="rId1"/>
            </p:custDataLst>
          </p:nvPr>
        </p:nvGrpSpPr>
        <p:grpSpPr>
          <a:xfrm>
            <a:off x="8993" y="5070910"/>
            <a:ext cx="12174014" cy="1678166"/>
            <a:chOff x="999439" y="2555167"/>
            <a:chExt cx="10193123" cy="2006091"/>
          </a:xfrm>
        </p:grpSpPr>
        <p:sp>
          <p:nvSpPr>
            <p:cNvPr id="3" name="PA-椭圆 2"/>
            <p:cNvSpPr/>
            <p:nvPr>
              <p:custDataLst>
                <p:tags r:id="rId2"/>
              </p:custDataLst>
            </p:nvPr>
          </p:nvSpPr>
          <p:spPr>
            <a:xfrm>
              <a:off x="1892158" y="2933360"/>
              <a:ext cx="8407684" cy="1376275"/>
            </a:xfrm>
            <a:prstGeom prst="ellipse">
              <a:avLst/>
            </a:prstGeom>
            <a:gradFill flip="none" rotWithShape="1">
              <a:gsLst>
                <a:gs pos="40000">
                  <a:schemeClr val="accent2">
                    <a:alpha val="0"/>
                  </a:schemeClr>
                </a:gs>
                <a:gs pos="100000">
                  <a:schemeClr val="accent1">
                    <a:alpha val="21000"/>
                  </a:schemeClr>
                </a:gs>
              </a:gsLst>
              <a:lin ang="5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  <p:sp>
          <p:nvSpPr>
            <p:cNvPr id="27" name="PA-椭圆 26"/>
            <p:cNvSpPr/>
            <p:nvPr>
              <p:custDataLst>
                <p:tags r:id="rId3"/>
              </p:custDataLst>
            </p:nvPr>
          </p:nvSpPr>
          <p:spPr>
            <a:xfrm>
              <a:off x="999439" y="2555167"/>
              <a:ext cx="10193123" cy="2006091"/>
            </a:xfrm>
            <a:prstGeom prst="ellipse">
              <a:avLst/>
            </a:prstGeom>
            <a:noFill/>
            <a:ln w="12700">
              <a:gradFill>
                <a:gsLst>
                  <a:gs pos="19000">
                    <a:schemeClr val="accent1">
                      <a:lumMod val="5000"/>
                      <a:lumOff val="95000"/>
                      <a:alpha val="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alpha val="0"/>
                    </a:prstClr>
                  </a:solidFill>
                  <a:effectLst/>
                  <a:uLnTx/>
                  <a:uFillTx/>
                  <a:latin typeface="Arial" panose="020B0604020202020204" pitchFamily="34" charset="0"/>
                  <a:ea typeface="OPPOSans M" panose="00020600040101010101" charset="-122"/>
                  <a:cs typeface="Arial" panose="020B0604020202020204" pitchFamily="34" charset="0"/>
                </a:rPr>
                <a:t> </a:t>
              </a:r>
              <a:endPara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OPPOSans M" panose="00020600040101010101" charset="-122"/>
                <a:cs typeface="Arial" panose="020B0604020202020204" pitchFamily="34" charset="0"/>
              </a:endParaRPr>
            </a:p>
          </p:txBody>
        </p:sp>
      </p:grpSp>
      <p:sp>
        <p:nvSpPr>
          <p:cNvPr id="2" name="PA-任意多边形 9"/>
          <p:cNvSpPr/>
          <p:nvPr>
            <p:custDataLst>
              <p:tags r:id="rId4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OPPOSans M" panose="00020600040101010101" charset="-122"/>
              <a:cs typeface="Arial" panose="020B0604020202020204" pitchFamily="34" charset="0"/>
            </a:endParaRPr>
          </a:p>
        </p:txBody>
      </p:sp>
      <p:sp>
        <p:nvSpPr>
          <p:cNvPr id="4" name="PA-文本框 63"/>
          <p:cNvSpPr txBox="1"/>
          <p:nvPr>
            <p:custDataLst>
              <p:tags r:id="rId5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1.2 项目开发流程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Text Box 18"/>
          <p:cNvSpPr txBox="1">
            <a:spLocks noChangeArrowheads="1"/>
          </p:cNvSpPr>
          <p:nvPr/>
        </p:nvSpPr>
        <p:spPr bwMode="auto">
          <a:xfrm>
            <a:off x="5495925" y="217932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获取冻结数据</a:t>
            </a:r>
            <a:endParaRPr lang="en-US" altLang="zh-CN" sz="8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7" name="Text Box 18"/>
          <p:cNvSpPr txBox="1">
            <a:spLocks noChangeArrowheads="1"/>
          </p:cNvSpPr>
          <p:nvPr/>
        </p:nvSpPr>
        <p:spPr bwMode="auto">
          <a:xfrm>
            <a:off x="5495925" y="301815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工艺流程图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Text Box 18"/>
          <p:cNvSpPr txBox="1">
            <a:spLocks noChangeArrowheads="1"/>
          </p:cNvSpPr>
          <p:nvPr/>
        </p:nvSpPr>
        <p:spPr bwMode="auto">
          <a:xfrm>
            <a:off x="5495925" y="336931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PFMEA（过程失效模式分析）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9" name="Text Box 18"/>
          <p:cNvSpPr txBox="1">
            <a:spLocks noChangeArrowheads="1"/>
          </p:cNvSpPr>
          <p:nvPr/>
        </p:nvSpPr>
        <p:spPr bwMode="auto">
          <a:xfrm>
            <a:off x="5495925" y="2530475"/>
            <a:ext cx="1450340" cy="3892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工装&amp;夹具设计审批</a:t>
            </a:r>
            <a:r>
              <a:rPr lang="en-US" altLang="zh-CN" sz="900" dirty="0" err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/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0" name="Text Box 18"/>
          <p:cNvSpPr txBox="1">
            <a:spLocks noChangeArrowheads="1"/>
          </p:cNvSpPr>
          <p:nvPr/>
        </p:nvSpPr>
        <p:spPr bwMode="auto">
          <a:xfrm>
            <a:off x="5495925" y="407098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二级供应商清单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Text Box 18"/>
          <p:cNvSpPr txBox="1">
            <a:spLocks noChangeArrowheads="1"/>
          </p:cNvSpPr>
          <p:nvPr/>
        </p:nvSpPr>
        <p:spPr bwMode="auto">
          <a:xfrm>
            <a:off x="5495925" y="371983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控制计划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2" name="Text Box 18"/>
          <p:cNvSpPr txBox="1">
            <a:spLocks noChangeArrowheads="1"/>
          </p:cNvSpPr>
          <p:nvPr/>
        </p:nvSpPr>
        <p:spPr bwMode="auto">
          <a:xfrm>
            <a:off x="7414895" y="524065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PPAP认可（生产件批准）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" name="Text Box 18"/>
          <p:cNvSpPr txBox="1">
            <a:spLocks noChangeArrowheads="1"/>
          </p:cNvSpPr>
          <p:nvPr/>
        </p:nvSpPr>
        <p:spPr bwMode="auto">
          <a:xfrm>
            <a:off x="5495925" y="4422140"/>
            <a:ext cx="1450340" cy="610870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新设备/工装及设施需求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" name="Text Box 18"/>
          <p:cNvSpPr txBox="1">
            <a:spLocks noChangeArrowheads="1"/>
          </p:cNvSpPr>
          <p:nvPr/>
        </p:nvSpPr>
        <p:spPr bwMode="auto">
          <a:xfrm>
            <a:off x="5495925" y="5131435"/>
            <a:ext cx="1450340" cy="47942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与二级供应商的技术与质量协议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/>
        </p:nvSpPr>
        <p:spPr bwMode="auto">
          <a:xfrm>
            <a:off x="7414895" y="488061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PPAP准备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6" name="Text Box 18"/>
          <p:cNvSpPr txBox="1">
            <a:spLocks noChangeArrowheads="1"/>
          </p:cNvSpPr>
          <p:nvPr/>
        </p:nvSpPr>
        <p:spPr bwMode="auto">
          <a:xfrm>
            <a:off x="5495925" y="570992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定期评审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Text Box 18"/>
          <p:cNvSpPr txBox="1">
            <a:spLocks noChangeArrowheads="1"/>
          </p:cNvSpPr>
          <p:nvPr/>
        </p:nvSpPr>
        <p:spPr bwMode="auto">
          <a:xfrm>
            <a:off x="7414895" y="560133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定期评审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8" name="Text Box 11"/>
          <p:cNvSpPr txBox="1">
            <a:spLocks noChangeArrowheads="1"/>
          </p:cNvSpPr>
          <p:nvPr/>
        </p:nvSpPr>
        <p:spPr bwMode="auto">
          <a:xfrm>
            <a:off x="5495925" y="1546860"/>
            <a:ext cx="1450340" cy="534035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过程设计与开发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9" name="AutoShape 25"/>
          <p:cNvSpPr>
            <a:spLocks noChangeArrowheads="1"/>
          </p:cNvSpPr>
          <p:nvPr/>
        </p:nvSpPr>
        <p:spPr bwMode="auto">
          <a:xfrm>
            <a:off x="3153410" y="1376680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0" name="Text Box 11"/>
          <p:cNvSpPr txBox="1">
            <a:spLocks noChangeArrowheads="1"/>
          </p:cNvSpPr>
          <p:nvPr/>
        </p:nvSpPr>
        <p:spPr bwMode="auto">
          <a:xfrm>
            <a:off x="7414895" y="1760220"/>
            <a:ext cx="1450340" cy="53213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产品与过程验证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2" name="Text Box 11"/>
          <p:cNvSpPr txBox="1">
            <a:spLocks noChangeArrowheads="1"/>
          </p:cNvSpPr>
          <p:nvPr/>
        </p:nvSpPr>
        <p:spPr bwMode="auto">
          <a:xfrm>
            <a:off x="9333865" y="1784350"/>
            <a:ext cx="1450340" cy="50800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sp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Alibaba PuHuiTi" pitchFamily="18" charset="-122"/>
                <a:cs typeface="Arial" panose="020B0604020202020204" pitchFamily="34" charset="0"/>
              </a:rPr>
              <a:t>反馈评估与纠正措施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Alibaba PuHuiTi" pitchFamily="18" charset="-122"/>
              <a:cs typeface="Arial" panose="020B0604020202020204" pitchFamily="34" charset="0"/>
            </a:endParaRPr>
          </a:p>
        </p:txBody>
      </p:sp>
      <p:sp>
        <p:nvSpPr>
          <p:cNvPr id="24" name="Text Box 18"/>
          <p:cNvSpPr txBox="1">
            <a:spLocks noChangeArrowheads="1"/>
          </p:cNvSpPr>
          <p:nvPr/>
        </p:nvSpPr>
        <p:spPr bwMode="auto">
          <a:xfrm>
            <a:off x="7414895" y="2393315"/>
            <a:ext cx="1450340" cy="3486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工装与检具审批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5" name="Text Box 18"/>
          <p:cNvSpPr txBox="1">
            <a:spLocks noChangeArrowheads="1"/>
          </p:cNvSpPr>
          <p:nvPr/>
        </p:nvSpPr>
        <p:spPr bwMode="auto">
          <a:xfrm>
            <a:off x="7414895" y="343852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OTS评审（工装样件）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7414895" y="379920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功能测试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" name="Text Box 18"/>
          <p:cNvSpPr txBox="1">
            <a:spLocks noChangeArrowheads="1"/>
          </p:cNvSpPr>
          <p:nvPr/>
        </p:nvSpPr>
        <p:spPr bwMode="auto">
          <a:xfrm>
            <a:off x="7414895" y="2850515"/>
            <a:ext cx="1450340" cy="47942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装配夹具设计与制造</a:t>
            </a:r>
            <a:r>
              <a:rPr lang="en-US" altLang="zh-CN" sz="900" dirty="0" err="1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/>
            </a: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/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6" name="Text Box 18"/>
          <p:cNvSpPr txBox="1">
            <a:spLocks noChangeArrowheads="1"/>
          </p:cNvSpPr>
          <p:nvPr/>
        </p:nvSpPr>
        <p:spPr bwMode="auto">
          <a:xfrm>
            <a:off x="7414895" y="415925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技能操作培训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7" name="Text Box 18"/>
          <p:cNvSpPr txBox="1">
            <a:spLocks noChangeArrowheads="1"/>
          </p:cNvSpPr>
          <p:nvPr/>
        </p:nvSpPr>
        <p:spPr bwMode="auto">
          <a:xfrm>
            <a:off x="9333865" y="2386965"/>
            <a:ext cx="1450340" cy="41592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Alibaba PuHuiTi" pitchFamily="18" charset="-122"/>
                <a:cs typeface="Arial" panose="020B0604020202020204" pitchFamily="34" charset="0"/>
              </a:rPr>
              <a:t>持续改进</a:t>
            </a:r>
            <a:endParaRPr lang="en-US" altLang="zh-CN" sz="900" dirty="0">
              <a:latin typeface="Arial" panose="020B0604020202020204" pitchFamily="34" charset="0"/>
              <a:ea typeface="Alibaba PuHuiTi" pitchFamily="18" charset="-122"/>
              <a:cs typeface="Arial" panose="020B0604020202020204" pitchFamily="34" charset="0"/>
            </a:endParaRPr>
          </a:p>
        </p:txBody>
      </p:sp>
      <p:sp>
        <p:nvSpPr>
          <p:cNvPr id="38" name="Text Box 18"/>
          <p:cNvSpPr txBox="1">
            <a:spLocks noChangeArrowheads="1"/>
          </p:cNvSpPr>
          <p:nvPr/>
        </p:nvSpPr>
        <p:spPr bwMode="auto">
          <a:xfrm>
            <a:off x="7414895" y="451993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检验标准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9" name="Text Box 11"/>
          <p:cNvSpPr txBox="1">
            <a:spLocks noChangeArrowheads="1"/>
          </p:cNvSpPr>
          <p:nvPr/>
        </p:nvSpPr>
        <p:spPr bwMode="auto">
          <a:xfrm>
            <a:off x="1678940" y="1210310"/>
            <a:ext cx="1450340" cy="53848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项目策划与定义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1" name="Text Box 18"/>
          <p:cNvSpPr txBox="1">
            <a:spLocks noChangeArrowheads="1"/>
          </p:cNvSpPr>
          <p:nvPr/>
        </p:nvSpPr>
        <p:spPr bwMode="auto">
          <a:xfrm>
            <a:off x="1678940" y="1852295"/>
            <a:ext cx="1450340" cy="5035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可行性分析报告/项目评审报告</a:t>
            </a:r>
            <a:endParaRPr lang="en-US" altLang="zh-CN" sz="8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2" name="Text Box 18"/>
          <p:cNvSpPr txBox="1">
            <a:spLocks noChangeArrowheads="1"/>
          </p:cNvSpPr>
          <p:nvPr/>
        </p:nvSpPr>
        <p:spPr bwMode="auto">
          <a:xfrm>
            <a:off x="1678940" y="340106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项目进度计划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4" name="Text Box 18"/>
          <p:cNvSpPr txBox="1">
            <a:spLocks noChangeArrowheads="1"/>
          </p:cNvSpPr>
          <p:nvPr/>
        </p:nvSpPr>
        <p:spPr bwMode="auto">
          <a:xfrm>
            <a:off x="1678940" y="380492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试验大纲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0" name="Text Box 18"/>
          <p:cNvSpPr txBox="1">
            <a:spLocks noChangeArrowheads="1"/>
          </p:cNvSpPr>
          <p:nvPr/>
        </p:nvSpPr>
        <p:spPr bwMode="auto">
          <a:xfrm>
            <a:off x="1678940" y="299783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项目启动会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3" name="Text Box 18"/>
          <p:cNvSpPr txBox="1">
            <a:spLocks noChangeArrowheads="1"/>
          </p:cNvSpPr>
          <p:nvPr/>
        </p:nvSpPr>
        <p:spPr bwMode="auto">
          <a:xfrm>
            <a:off x="1678940" y="420814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包装设计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1" name="Text Box 18"/>
          <p:cNvSpPr txBox="1">
            <a:spLocks noChangeArrowheads="1"/>
          </p:cNvSpPr>
          <p:nvPr/>
        </p:nvSpPr>
        <p:spPr bwMode="auto">
          <a:xfrm>
            <a:off x="1678940" y="2497455"/>
            <a:ext cx="1450340" cy="3486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开发任务书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29" name="Text Box 11"/>
          <p:cNvSpPr txBox="1">
            <a:spLocks noChangeArrowheads="1"/>
          </p:cNvSpPr>
          <p:nvPr/>
        </p:nvSpPr>
        <p:spPr bwMode="auto">
          <a:xfrm>
            <a:off x="3549650" y="1359535"/>
            <a:ext cx="1450340" cy="538480"/>
          </a:xfrm>
          <a:prstGeom prst="rect">
            <a:avLst/>
          </a:prstGeom>
          <a:solidFill>
            <a:srgbClr val="0A1F68"/>
          </a:solidFill>
          <a:ln w="9525">
            <a:noFill/>
            <a:miter lim="800000"/>
          </a:ln>
          <a:effectLst/>
        </p:spPr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产品设计与开发</a:t>
            </a:r>
            <a:endParaRPr lang="en-US" altLang="zh-CN" sz="9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0" name="Text Box 18"/>
          <p:cNvSpPr txBox="1">
            <a:spLocks noChangeArrowheads="1"/>
          </p:cNvSpPr>
          <p:nvPr/>
        </p:nvSpPr>
        <p:spPr bwMode="auto">
          <a:xfrm>
            <a:off x="3549650" y="2001520"/>
            <a:ext cx="1450340" cy="50355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8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设计目标与质量目标</a:t>
            </a:r>
            <a:endParaRPr lang="en-US" altLang="zh-CN" sz="8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1" name="Text Box 18"/>
          <p:cNvSpPr txBox="1">
            <a:spLocks noChangeArrowheads="1"/>
          </p:cNvSpPr>
          <p:nvPr/>
        </p:nvSpPr>
        <p:spPr bwMode="auto">
          <a:xfrm>
            <a:off x="3549650" y="355028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产品与过程特殊特性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2" name="Text Box 18"/>
          <p:cNvSpPr txBox="1">
            <a:spLocks noChangeArrowheads="1"/>
          </p:cNvSpPr>
          <p:nvPr/>
        </p:nvSpPr>
        <p:spPr bwMode="auto">
          <a:xfrm>
            <a:off x="3549650" y="3954145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DV试验（设计验证）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3" name="Text Box 18"/>
          <p:cNvSpPr txBox="1">
            <a:spLocks noChangeArrowheads="1"/>
          </p:cNvSpPr>
          <p:nvPr/>
        </p:nvSpPr>
        <p:spPr bwMode="auto">
          <a:xfrm>
            <a:off x="3549650" y="314706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初始过程流程图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" name="Text Box 18"/>
          <p:cNvSpPr txBox="1">
            <a:spLocks noChangeArrowheads="1"/>
          </p:cNvSpPr>
          <p:nvPr/>
        </p:nvSpPr>
        <p:spPr bwMode="auto">
          <a:xfrm>
            <a:off x="3549650" y="435737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2D/3D数据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0" name="Text Box 18"/>
          <p:cNvSpPr txBox="1">
            <a:spLocks noChangeArrowheads="1"/>
          </p:cNvSpPr>
          <p:nvPr/>
        </p:nvSpPr>
        <p:spPr bwMode="auto">
          <a:xfrm>
            <a:off x="3549650" y="2646680"/>
            <a:ext cx="1450340" cy="34861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初始BOM（物料清单）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3" name="Text Box 18"/>
          <p:cNvSpPr txBox="1">
            <a:spLocks noChangeArrowheads="1"/>
          </p:cNvSpPr>
          <p:nvPr/>
        </p:nvSpPr>
        <p:spPr bwMode="auto">
          <a:xfrm>
            <a:off x="3549650" y="473837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产品质量保证计划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5" name="Text Box 18"/>
          <p:cNvSpPr txBox="1">
            <a:spLocks noChangeArrowheads="1"/>
          </p:cNvSpPr>
          <p:nvPr/>
        </p:nvSpPr>
        <p:spPr bwMode="auto">
          <a:xfrm>
            <a:off x="3549650" y="5099050"/>
            <a:ext cx="1450340" cy="252095"/>
          </a:xfrm>
          <a:prstGeom prst="rect">
            <a:avLst/>
          </a:prstGeom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wrap="square" anchor="ctr" anchorCtr="0">
            <a:noAutofit/>
          </a:bodyPr>
          <a:lstStyle/>
          <a:p>
            <a:pPr algn="ctr">
              <a:buFontTx/>
              <a:buNone/>
              <a:defRPr/>
            </a:pPr>
            <a:r>
              <a:rPr lang="en-US" altLang="zh-CN" sz="900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工装与夹具清单</a:t>
            </a:r>
            <a:endParaRPr lang="en-US" altLang="zh-CN" sz="900" dirty="0"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6" name="AutoShape 25"/>
          <p:cNvSpPr>
            <a:spLocks noChangeArrowheads="1"/>
          </p:cNvSpPr>
          <p:nvPr/>
        </p:nvSpPr>
        <p:spPr bwMode="auto">
          <a:xfrm>
            <a:off x="5055870" y="1617345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7" name="AutoShape 25"/>
          <p:cNvSpPr>
            <a:spLocks noChangeArrowheads="1"/>
          </p:cNvSpPr>
          <p:nvPr/>
        </p:nvSpPr>
        <p:spPr bwMode="auto">
          <a:xfrm>
            <a:off x="6990715" y="1784350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8" name="AutoShape 25"/>
          <p:cNvSpPr>
            <a:spLocks noChangeArrowheads="1"/>
          </p:cNvSpPr>
          <p:nvPr/>
        </p:nvSpPr>
        <p:spPr bwMode="auto">
          <a:xfrm>
            <a:off x="8937625" y="1898015"/>
            <a:ext cx="396240" cy="234950"/>
          </a:xfrm>
          <a:prstGeom prst="rightArrow">
            <a:avLst>
              <a:gd name="adj1" fmla="val 50000"/>
              <a:gd name="adj2" fmla="val 71898"/>
            </a:avLst>
          </a:prstGeom>
          <a:solidFill>
            <a:srgbClr val="0A1F68"/>
          </a:solidFill>
          <a:ln w="9525">
            <a:noFill/>
            <a:miter lim="800000"/>
          </a:ln>
        </p:spPr>
        <p:txBody>
          <a:bodyPr wrap="none" anchor="ctr"/>
          <a:lstStyle>
            <a:lvl1pPr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buChar char="•"/>
              <a:defRPr sz="2000" b="1">
                <a:solidFill>
                  <a:srgbClr val="FF3300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sz="1800" b="0"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1.3 项目团队成员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365" y="1441450"/>
            <a:ext cx="11685270" cy="419671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1.4 项目时间计划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331595" y="1094105"/>
            <a:ext cx="10053320" cy="28505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/>
              <a:t>PR（采购申请）2026年12月下达；VB样车物料需求日(MRD)为2027年5月10日。</a:t>
            </a:r>
            <a:endParaRPr lang="en-US" altLang="zh-CN"/>
          </a:p>
          <a:p>
            <a:r>
              <a:rPr lang="en-US" altLang="zh-CN"/>
              <a:t>工装开发与交付时间紧张。</a:t>
            </a:r>
            <a:endParaRPr lang="en-US" altLang="zh-CN"/>
          </a:p>
          <a:p>
            <a:r>
              <a:rPr lang="en-US" altLang="zh-CN"/>
              <a:t>按VB试制车造车计划，部分零件需空运。</a:t>
            </a:r>
            <a:endParaRPr lang="en-US" altLang="zh-CN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6470" y="1915160"/>
            <a:ext cx="7935595" cy="46431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1.5 类似项目经验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>
            <a:clrChange>
              <a:clrFrom>
                <a:srgbClr val="333366"/>
              </a:clrFrom>
              <a:clrTo>
                <a:srgbClr val="333366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03555" y="1524000"/>
            <a:ext cx="3100070" cy="1600835"/>
          </a:xfrm>
          <a:prstGeom prst="rect">
            <a:avLst/>
          </a:prstGeom>
        </p:spPr>
      </p:pic>
      <p:grpSp>
        <p:nvGrpSpPr>
          <p:cNvPr id="11" name="组合 10"/>
          <p:cNvGrpSpPr/>
          <p:nvPr>
            <p:custDataLst>
              <p:tags r:id="rId4"/>
            </p:custDataLst>
          </p:nvPr>
        </p:nvGrpSpPr>
        <p:grpSpPr>
          <a:xfrm>
            <a:off x="4086225" y="1548130"/>
            <a:ext cx="3549818" cy="4455160"/>
            <a:chOff x="979" y="3359"/>
            <a:chExt cx="4865" cy="6222"/>
          </a:xfrm>
        </p:grpSpPr>
        <p:sp>
          <p:nvSpPr>
            <p:cNvPr id="16" name="文本框 15"/>
            <p:cNvSpPr txBox="1"/>
            <p:nvPr>
              <p:custDataLst>
                <p:tags r:id="rId5"/>
              </p:custDataLst>
            </p:nvPr>
          </p:nvSpPr>
          <p:spPr>
            <a:xfrm>
              <a:off x="979" y="6732"/>
              <a:ext cx="4865" cy="284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b="0" i="0" dirty="0">
                  <a:ea typeface="+mn-lt"/>
                  <a:cs typeface="Calibri" panose="020F0502020204030204" charset="0"/>
                </a:rPr>
                <a:t>车型：雷诺XDD内饰件</a:t>
              </a: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/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表层：TPO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TPO：1.2mm厚</a:t>
              </a:r>
              <a:r>
                <a:rPr lang="en-US" altLang="zh-CN" sz="1400" dirty="0">
                  <a:ea typeface="+mn-lt"/>
                  <a:cs typeface="Calibri" panose="020F0502020204030204" charset="0"/>
                </a:rPr>
                <a:t/>
              </a:r>
              <a:r>
                <a:rPr lang="zh-CN" altLang="en-US" sz="1400" dirty="0">
                  <a:ea typeface="+mn-lt"/>
                  <a:cs typeface="Calibri" panose="020F0502020204030204" charset="0"/>
                </a:rPr>
                <a:t/>
              </a:r>
              <a:r>
                <a:rPr lang="en-US" altLang="zh-CN" sz="1400" dirty="0">
                  <a:ea typeface="+mn-lt"/>
                  <a:cs typeface="Calibri" panose="020F0502020204030204" charset="0"/>
                </a:rPr>
                <a:t/>
              </a: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/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基材：PE/MD20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  <a:p>
              <a:pPr marL="285750" indent="-285750" algn="l">
                <a:buClrTx/>
                <a:buSzTx/>
                <a:buFont typeface="Arial" panose="020B0604020202020204" pitchFamily="34" charset="0"/>
                <a:buChar char="•"/>
              </a:pPr>
              <a:r>
                <a:rPr lang="en-US" altLang="zh-CN" sz="1400" dirty="0">
                  <a:ea typeface="+mn-lt"/>
                  <a:cs typeface="Calibri" panose="020F0502020204030204" charset="0"/>
                  <a:sym typeface="+mn-ea"/>
                </a:rPr>
                <a:t>工艺：注塑成型/胶粘贴合</a:t>
              </a:r>
              <a:endParaRPr lang="en-US" altLang="zh-CN" sz="1400" dirty="0">
                <a:ea typeface="+mn-lt"/>
                <a:cs typeface="Calibri" panose="020F0502020204030204" charset="0"/>
                <a:sym typeface="+mn-ea"/>
              </a:endParaRPr>
            </a:p>
          </p:txBody>
        </p:sp>
        <p:pic>
          <p:nvPicPr>
            <p:cNvPr id="7" name="图片 6"/>
            <p:cNvPicPr>
              <a:picLocks noChangeAspect="1"/>
            </p:cNvPicPr>
            <p:nvPr>
              <p:custDataLst>
                <p:tags r:id="rId6"/>
              </p:custDataLst>
            </p:nvPr>
          </p:nvPicPr>
          <p:blipFill>
            <a:blip r:embed="rId7"/>
            <a:stretch>
              <a:fillRect/>
            </a:stretch>
          </p:blipFill>
          <p:spPr>
            <a:xfrm>
              <a:off x="1417" y="3359"/>
              <a:ext cx="3393" cy="2987"/>
            </a:xfrm>
            <a:prstGeom prst="rect">
              <a:avLst/>
            </a:prstGeom>
          </p:spPr>
        </p:pic>
      </p:grp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311785" y="3963007"/>
            <a:ext cx="4119245" cy="203964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ea typeface="+mn-lt"/>
                <a:cs typeface="Calibri" panose="020F0502020204030204" charset="0"/>
              </a:rPr>
              <a:t>车型：LUCID中型SUV</a:t>
            </a: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/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表层：簇绒(Tufted)</a:t>
            </a:r>
            <a:r>
              <a:rPr lang="zh-CN" altLang="en-US" sz="1400" dirty="0">
                <a:ea typeface="+mn-lt"/>
                <a:cs typeface="Calibri" panose="020F0502020204030204" charset="0"/>
                <a:sym typeface="+mn-ea"/>
              </a:rPr>
              <a:t/>
            </a: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/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中间层：PHC(PU/铝/玻纤)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背层：1000gsm PET/PP背衬</a:t>
            </a:r>
            <a:r>
              <a:rPr lang="en-US" sz="1400" dirty="0">
                <a:effectLst/>
                <a:sym typeface="+mn-ea"/>
              </a:rPr>
              <a:t/>
            </a:r>
            <a:endParaRPr lang="en-US" sz="1400" dirty="0">
              <a:effectLst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工艺：热成型+贴合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</p:txBody>
      </p:sp>
      <p:sp>
        <p:nvSpPr>
          <p:cNvPr id="10" name="文本框 9"/>
          <p:cNvSpPr txBox="1"/>
          <p:nvPr>
            <p:custDataLst>
              <p:tags r:id="rId9"/>
            </p:custDataLst>
          </p:nvPr>
        </p:nvSpPr>
        <p:spPr>
          <a:xfrm>
            <a:off x="8072755" y="4008755"/>
            <a:ext cx="3833495" cy="14071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b="0" i="0" dirty="0">
                <a:ea typeface="+mn-lt"/>
                <a:cs typeface="Calibri" panose="020F0502020204030204" charset="0"/>
              </a:rPr>
              <a:t>车型：福特Bronco</a:t>
            </a: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/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表层：1000gsm TPE+100gsm针织布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中间层：PHC(PU/纸/玻纤)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背衬：120gsm无纺布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</a:pPr>
            <a:r>
              <a:rPr lang="en-US" altLang="zh-CN" sz="1400" dirty="0">
                <a:ea typeface="+mn-lt"/>
                <a:cs typeface="Calibri" panose="020F0502020204030204" charset="0"/>
                <a:sym typeface="+mn-ea"/>
              </a:rPr>
              <a:t>工艺：PUR胶贴合</a:t>
            </a:r>
            <a:endParaRPr lang="en-US" altLang="zh-CN" sz="1400" dirty="0">
              <a:ea typeface="+mn-lt"/>
              <a:cs typeface="Calibri" panose="020F0502020204030204" charset="0"/>
              <a:sym typeface="+mn-ea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205404" y="1331200"/>
            <a:ext cx="3502347" cy="237721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446378" y="3068975"/>
            <a:ext cx="2952115" cy="2099925"/>
            <a:chOff x="1388023" y="3267730"/>
            <a:chExt cx="2952115" cy="2099925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454989" y="4660900"/>
              <a:ext cx="2818130" cy="7067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零件清单与</a:t>
              </a:r>
              <a:endPara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工艺分析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第02部分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目录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2533015"/>
            <a:ext cx="4064000" cy="3408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2.1 询价(RFQ)信息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2.2 物料清单(BOM)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2.3 问题清单</a:t>
            </a:r>
            <a:r>
              <a:rPr lang="en-US" altLang="zh-CN" b="1" dirty="0"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/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2.4 生产工艺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2.5 二级供应商清单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2.6 过程失效模式分析(PFMEA)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A-椭圆 2"/>
          <p:cNvSpPr/>
          <p:nvPr>
            <p:custDataLst>
              <p:tags r:id="rId1"/>
            </p:custDataLst>
          </p:nvPr>
        </p:nvSpPr>
        <p:spPr>
          <a:xfrm>
            <a:off x="1075055" y="4909185"/>
            <a:ext cx="10041890" cy="1555750"/>
          </a:xfrm>
          <a:prstGeom prst="ellipse">
            <a:avLst/>
          </a:prstGeom>
          <a:gradFill flip="none" rotWithShape="1">
            <a:gsLst>
              <a:gs pos="40000">
                <a:schemeClr val="accent2">
                  <a:alpha val="0"/>
                </a:schemeClr>
              </a:gs>
              <a:gs pos="100000">
                <a:schemeClr val="accent1">
                  <a:alpha val="21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alpha val="0"/>
                  </a:prstClr>
                </a:solidFill>
                <a:effectLst/>
                <a:uLnTx/>
                <a:uFillTx/>
                <a:latin typeface="Arial" panose="020B0604020202020204"/>
                <a:ea typeface="OPPOSans M" panose="00020600040101010101" charset="-122"/>
                <a:cs typeface="+mn-cs"/>
              </a:rPr>
              <a:t> </a:t>
            </a:r>
            <a:endParaRPr kumimoji="0" lang="zh-CN" altLang="en-US" sz="800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alpha val="0"/>
                </a:prstClr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2" name="PA-任意多边形 9"/>
          <p:cNvSpPr/>
          <p:nvPr>
            <p:custDataLst>
              <p:tags r:id="rId2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3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2.1 询价—产品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Title 1"/>
          <p:cNvSpPr>
            <a:spLocks noGrp="1"/>
          </p:cNvSpPr>
          <p:nvPr/>
        </p:nvSpPr>
        <p:spPr>
          <a:xfrm>
            <a:off x="523875" y="1242060"/>
            <a:ext cx="10271760" cy="594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2800" b="0" kern="1200" baseline="0">
                <a:solidFill>
                  <a:schemeClr val="tx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r>
              <a:rPr lang="en-US" sz="2000" b="1" dirty="0"/>
              <a:t>爆炸图：6座出入口盖板（数模编号：EI_ Z7B2-13A994-AAW）</a:t>
            </a:r>
            <a:r>
              <a:rPr lang="en-GB" sz="2000" dirty="0">
                <a:solidFill>
                  <a:srgbClr val="000000"/>
                </a:solidFill>
              </a:rPr>
              <a:t/>
            </a:r>
            <a:r>
              <a:rPr lang="en-US" altLang="en-GB" sz="2000" dirty="0">
                <a:solidFill>
                  <a:srgbClr val="000000"/>
                </a:solidFill>
              </a:rPr>
              <a:t/>
            </a:r>
            <a:r>
              <a:rPr lang="en-US" sz="2000" dirty="0">
                <a:sym typeface="+mn-ea"/>
              </a:rPr>
              <a:t/>
            </a:r>
            <a:r>
              <a:rPr lang="en-GB" sz="2000" dirty="0">
                <a:sym typeface="+mn-ea"/>
              </a:rPr>
              <a:t/>
            </a:r>
            <a:r>
              <a:rPr lang="en-US" altLang="en-GB" sz="2000" dirty="0">
                <a:sym typeface="+mn-ea"/>
              </a:rPr>
              <a:t/>
            </a:r>
            <a:endParaRPr lang="en-US" altLang="en-GB" sz="2000" dirty="0">
              <a:solidFill>
                <a:srgbClr val="000000"/>
              </a:solidFill>
              <a:sym typeface="+mn-ea"/>
            </a:endParaRPr>
          </a:p>
        </p:txBody>
      </p:sp>
      <p:graphicFrame>
        <p:nvGraphicFramePr>
          <p:cNvPr id="11" name="Table 9"/>
          <p:cNvGraphicFramePr>
            <a:graphicFrameLocks noGrp="1"/>
          </p:cNvGraphicFramePr>
          <p:nvPr/>
        </p:nvGraphicFramePr>
        <p:xfrm>
          <a:off x="4895435" y="1969453"/>
          <a:ext cx="6726555" cy="1253744"/>
        </p:xfrm>
        <a:graphic>
          <a:graphicData uri="http://schemas.openxmlformats.org/drawingml/2006/table">
            <a:tbl>
              <a:tblPr firstRow="1" bandRow="1">
                <a:tableStyleId>{3ADECD50-69A9-4004-97C0-7A6AEA151B63}</a:tableStyleId>
              </a:tblPr>
              <a:tblGrid>
                <a:gridCol w="946150"/>
                <a:gridCol w="2274570"/>
                <a:gridCol w="946150"/>
                <a:gridCol w="2559685"/>
              </a:tblGrid>
              <a:tr h="28702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序号</a:t>
                      </a:r>
                      <a:endParaRPr lang="en-US" sz="1500" u="none" strike="noStrike" spc="12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零件名称</a:t>
                      </a:r>
                      <a:endParaRPr lang="en-US" sz="1500" u="none" strike="noStrike" spc="12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数量</a:t>
                      </a:r>
                      <a:endParaRPr lang="en-US" sz="1500" u="none" strike="noStrike" spc="12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US" sz="1500" u="none" strike="noStrike" spc="12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备注</a:t>
                      </a:r>
                      <a:endParaRPr lang="en-US" sz="1500" u="none" strike="noStrike" spc="12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250190"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GB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6座出入口盖板</a:t>
                      </a:r>
                      <a:endParaRPr lang="en-GB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base">
                        <a:lnSpc>
                          <a:spcPct val="120000"/>
                        </a:lnSpc>
                      </a:pPr>
                      <a:r>
                        <a:rPr lang="en-IN" sz="1300" u="none" strike="noStrike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IN" sz="1300" u="none" strike="noStrike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 fontAlgn="auto">
                        <a:lnSpc>
                          <a:spcPct val="120000"/>
                        </a:lnSpc>
                      </a:pPr>
                      <a:r>
                        <a:rPr lang="en-IN" sz="1300" u="none" strike="noStrike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注塑成型工序(IM)</a:t>
                      </a:r>
                      <a:endParaRPr lang="en-IN" sz="1300" u="none" strike="noStrike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25019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US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2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ITW垫用卡扣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卡扣装配工序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250190"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US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3</a:t>
                      </a:r>
                      <a:endParaRPr lang="en-US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W780230-S标准卡扣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8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marL="0" algn="ctr" eaLnBrk="1" fontAlgn="base" hangingPunct="1">
                        <a:lnSpc>
                          <a:spcPct val="120000"/>
                        </a:lnSpc>
                      </a:pPr>
                      <a:r>
                        <a:rPr lang="en-IN" sz="1300" dirty="0">
                          <a:effectLst/>
                          <a:latin typeface="Arial" panose="020B0604020202020204" pitchFamily="34" charset="0"/>
                          <a:ea typeface="OPPOSans M" charset="0"/>
                        </a:rPr>
                        <a:t>卡扣装配工序</a:t>
                      </a:r>
                      <a:endParaRPr lang="en-IN" sz="1300" dirty="0">
                        <a:effectLst/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</a:tbl>
          </a:graphicData>
        </a:graphic>
      </p:graphicFrame>
      <p:grpSp>
        <p:nvGrpSpPr>
          <p:cNvPr id="20" name="组合 19"/>
          <p:cNvGrpSpPr/>
          <p:nvPr/>
        </p:nvGrpSpPr>
        <p:grpSpPr>
          <a:xfrm>
            <a:off x="156845" y="4338955"/>
            <a:ext cx="7170420" cy="2141855"/>
            <a:chOff x="247" y="6465"/>
            <a:chExt cx="11292" cy="3373"/>
          </a:xfrm>
        </p:grpSpPr>
        <p:pic>
          <p:nvPicPr>
            <p:cNvPr id="12" name="Picture 2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7" y="7163"/>
              <a:ext cx="2473" cy="2059"/>
            </a:xfrm>
            <a:prstGeom prst="rect">
              <a:avLst/>
            </a:prstGeom>
          </p:spPr>
        </p:pic>
        <p:pic>
          <p:nvPicPr>
            <p:cNvPr id="7" name="图片 6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2970" y="6636"/>
              <a:ext cx="4271" cy="3202"/>
            </a:xfrm>
            <a:prstGeom prst="rect">
              <a:avLst/>
            </a:prstGeom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71" y="6636"/>
              <a:ext cx="4168" cy="3113"/>
            </a:xfrm>
            <a:prstGeom prst="rect">
              <a:avLst/>
            </a:prstGeom>
          </p:spPr>
        </p:pic>
        <p:sp>
          <p:nvSpPr>
            <p:cNvPr id="9" name="椭圆 8"/>
            <p:cNvSpPr/>
            <p:nvPr/>
          </p:nvSpPr>
          <p:spPr>
            <a:xfrm>
              <a:off x="247" y="6465"/>
              <a:ext cx="584" cy="584"/>
            </a:xfrm>
            <a:prstGeom prst="ellipse">
              <a:avLst/>
            </a:prstGeom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/>
                <a:t>2</a:t>
              </a:r>
              <a:endParaRPr lang="en-US" altLang="zh-CN"/>
            </a:p>
          </p:txBody>
        </p:sp>
      </p:grpSp>
      <p:pic>
        <p:nvPicPr>
          <p:cNvPr id="19" name="Picture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4690" y="4338320"/>
            <a:ext cx="3035935" cy="2120900"/>
          </a:xfrm>
          <a:prstGeom prst="rect">
            <a:avLst/>
          </a:prstGeom>
        </p:spPr>
      </p:pic>
      <p:sp>
        <p:nvSpPr>
          <p:cNvPr id="21" name="圆角矩形 20"/>
          <p:cNvSpPr/>
          <p:nvPr/>
        </p:nvSpPr>
        <p:spPr>
          <a:xfrm>
            <a:off x="139700" y="4272280"/>
            <a:ext cx="7273925" cy="2367280"/>
          </a:xfrm>
          <a:prstGeom prst="roundRect">
            <a:avLst>
              <a:gd name="adj" fmla="val 42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圆角矩形 22"/>
          <p:cNvSpPr/>
          <p:nvPr/>
        </p:nvSpPr>
        <p:spPr>
          <a:xfrm>
            <a:off x="7635240" y="4272280"/>
            <a:ext cx="4175760" cy="2285365"/>
          </a:xfrm>
          <a:prstGeom prst="roundRect">
            <a:avLst>
              <a:gd name="adj" fmla="val 4211"/>
            </a:avLst>
          </a:prstGeom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椭圆 26"/>
          <p:cNvSpPr/>
          <p:nvPr/>
        </p:nvSpPr>
        <p:spPr>
          <a:xfrm>
            <a:off x="7717790" y="4368165"/>
            <a:ext cx="370840" cy="370840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640" y="1701165"/>
            <a:ext cx="3611245" cy="18256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572135" y="889000"/>
            <a:ext cx="640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+mn-ea"/>
              </a:rPr>
              <a:t>注塑成型（皮纹）+卡扣装配</a:t>
            </a:r>
            <a:endParaRPr lang="zh-CN" altLang="en-US"/>
          </a:p>
        </p:txBody>
      </p:sp>
    </p:spTree>
    <p:custDataLst>
      <p:tags r:id="rId9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630" y="4196080"/>
            <a:ext cx="5086350" cy="2661920"/>
          </a:xfrm>
          <a:prstGeom prst="rect">
            <a:avLst/>
          </a:prstGeom>
        </p:spPr>
      </p:pic>
      <p:sp>
        <p:nvSpPr>
          <p:cNvPr id="2" name="PA-任意多边形 9"/>
          <p:cNvSpPr/>
          <p:nvPr>
            <p:custDataLst>
              <p:tags r:id="rId2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3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8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2.1 询价—BOM物料清单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43280" y="993775"/>
            <a:ext cx="64090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ym typeface="+mn-ea"/>
              </a:rPr>
              <a:t>注塑成型（皮纹）+卡扣装配</a:t>
            </a:r>
            <a:endParaRPr lang="zh-CN" altLang="en-US"/>
          </a:p>
        </p:txBody>
      </p:sp>
      <p:graphicFrame>
        <p:nvGraphicFramePr>
          <p:cNvPr id="3" name="表格 2"/>
          <p:cNvGraphicFramePr/>
          <p:nvPr>
            <p:custDataLst>
              <p:tags r:id="rId4"/>
            </p:custDataLst>
          </p:nvPr>
        </p:nvGraphicFramePr>
        <p:xfrm>
          <a:off x="758190" y="1407795"/>
          <a:ext cx="10917555" cy="2936240"/>
        </p:xfrm>
        <a:graphic>
          <a:graphicData uri="http://schemas.openxmlformats.org/drawingml/2006/table">
            <a:tbl>
              <a:tblPr firstRow="1" bandRow="1">
                <a:tableStyleId>{5186C6ED-45D3-464C-9B91-01AB4A93FB67}</a:tableStyleId>
              </a:tblPr>
              <a:tblGrid>
                <a:gridCol w="564515"/>
                <a:gridCol w="1908175"/>
                <a:gridCol w="2084070"/>
                <a:gridCol w="1948180"/>
                <a:gridCol w="1280160"/>
                <a:gridCol w="1427480"/>
                <a:gridCol w="1704975"/>
              </a:tblGrid>
              <a:tr h="807720">
                <a:tc>
                  <a:txBody>
                    <a:bodyPr/>
                    <a:lstStyle/>
                    <a:p>
                      <a:pPr algn="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序号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零件号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零件名称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材料信息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尺寸（mm）</a:t>
                      </a:r>
                      <a:r>
                        <a:rPr lang="zh-CN" altLang="en-US" sz="1300" spc="120">
                          <a:latin typeface="Arial" panose="020B0604020202020204" pitchFamily="34" charset="0"/>
                          <a:ea typeface="OPPOSans M" charset="0"/>
                        </a:rPr>
                        <a:t/>
                      </a: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/>
                      </a:r>
                      <a:r>
                        <a:rPr lang="zh-CN" altLang="en-US" sz="1300" spc="120">
                          <a:latin typeface="Arial" panose="020B0604020202020204" pitchFamily="34" charset="0"/>
                          <a:ea typeface="OPPOSans M" charset="0"/>
                        </a:rPr>
                        <a:t/>
                      </a:r>
                      <a:endParaRPr lang="zh-CN" altLang="en-US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总重(kg)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US" altLang="zh-CN" sz="1300" spc="120">
                          <a:latin typeface="Arial" panose="020B0604020202020204" pitchFamily="34" charset="0"/>
                          <a:ea typeface="OPPOSans M" charset="0"/>
                        </a:rPr>
                        <a:t>二级供应商建议</a:t>
                      </a:r>
                      <a:endParaRPr lang="en-US" altLang="zh-CN" sz="1300" spc="12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Z7B2-13A994-AAW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6座出入口盖板（后）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总成/装配件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/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1.1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  <a:sym typeface="+mn-ea"/>
                        </a:rPr>
                        <a:t>Z7B2-13A994-AAW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/>
                        <a:t>6座出入口盖板（后）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1000">
                          <a:sym typeface="+mn-ea"/>
                        </a:rPr>
                        <a:t>ABS (Magnum 3325)</a:t>
                      </a:r>
                      <a:endParaRPr lang="en-US" altLang="zh-CN" sz="1000"/>
                    </a:p>
                  </a:txBody>
                  <a:tcPr anchor="ctr" anchorCtr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490*329*52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0.45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Trinseo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1.2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GB" sz="1100" dirty="0">
                          <a:latin typeface="Arial" panose="020B0604020202020204" pitchFamily="34" charset="0"/>
                          <a:ea typeface="OPPOSans M" charset="0"/>
                        </a:rPr>
                        <a:t>ITW卡扣</a:t>
                      </a:r>
                      <a:endParaRPr lang="en-GB" sz="1100" dirty="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PA66+GF30/</a:t>
                      </a:r>
                      <a:endParaRPr lang="en-US" altLang="zh-CN" sz="1100">
                        <a:ea typeface="OPPOSans M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POM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1对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（上+下）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ITW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  <a:tr h="53213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1.3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ClrTx/>
                        <a:buSzTx/>
                        <a:buFontTx/>
                        <a:buNone/>
                      </a:pPr>
                      <a:r>
                        <a:rPr lang="en-GB" sz="1100" dirty="0">
                          <a:latin typeface="Arial" panose="020B0604020202020204" pitchFamily="34" charset="0"/>
                          <a:ea typeface="OPPOSans M" charset="0"/>
                        </a:rPr>
                        <a:t>W780230-S标准卡扣</a:t>
                      </a:r>
                      <a:endParaRPr lang="en-GB" sz="1100" dirty="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ea typeface="OPPOSans M" charset="0"/>
                        </a:rPr>
                        <a:t>BS 1449 CS70 / HS70</a:t>
                      </a: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100">
                          <a:latin typeface="Arial" panose="020B0604020202020204" pitchFamily="34" charset="0"/>
                          <a:ea typeface="OPPOSans M" charset="0"/>
                        </a:rPr>
                        <a:t>8件</a:t>
                      </a:r>
                      <a:endParaRPr lang="en-US" altLang="zh-CN" sz="1100">
                        <a:latin typeface="Arial" panose="020B0604020202020204" pitchFamily="34" charset="0"/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endParaRPr lang="en-US" altLang="zh-CN" sz="1100">
                        <a:ea typeface="OPPOSans M" charset="0"/>
                      </a:endParaRPr>
                    </a:p>
                  </a:txBody>
                  <a:tcPr marL="25400" marR="25400" marT="6350" marB="6350" anchor="ctr"/>
                </a:tc>
              </a:tr>
            </a:tbl>
          </a:graphicData>
        </a:graphic>
      </p:graphicFrame>
      <p:sp>
        <p:nvSpPr>
          <p:cNvPr id="17" name="TextBox 7"/>
          <p:cNvSpPr txBox="1"/>
          <p:nvPr/>
        </p:nvSpPr>
        <p:spPr>
          <a:xfrm>
            <a:off x="6165215" y="4862830"/>
            <a:ext cx="4980305" cy="900430"/>
          </a:xfrm>
          <a:prstGeom prst="rect">
            <a:avLst/>
          </a:prstGeom>
          <a:solidFill>
            <a:schemeClr val="lt1"/>
          </a:solidFill>
          <a:ln w="9525" cmpd="sng">
            <a:solidFill>
              <a:schemeClr val="lt1">
                <a:shade val="50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t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100" dirty="0"/>
              <a:t>拟用材料：ABS MAGNUM 3325</a:t>
            </a:r>
            <a:r>
              <a:rPr lang="en-GB" sz="1100" baseline="0" dirty="0"/>
              <a:t/>
            </a:r>
            <a:endParaRPr lang="en-GB" sz="1100" baseline="0" dirty="0"/>
          </a:p>
          <a:p>
            <a:endParaRPr lang="en-GB" dirty="0"/>
          </a:p>
          <a:p>
            <a:r>
              <a:rPr lang="en-GB" sz="1100" dirty="0"/>
              <a:t>颜色：Shadow（暗影色）</a:t>
            </a:r>
            <a:endParaRPr lang="en-GB" sz="1100" dirty="0"/>
          </a:p>
          <a:p>
            <a:endParaRPr lang="en-GB" dirty="0"/>
          </a:p>
          <a:p>
            <a:r>
              <a:rPr lang="en-GB" sz="1100" dirty="0"/>
              <a:t>皮纹：TBC（待确认）</a:t>
            </a:r>
            <a:endParaRPr lang="en-GB" sz="1100" dirty="0"/>
          </a:p>
        </p:txBody>
      </p:sp>
    </p:spTree>
    <p:custDataLst>
      <p:tags r:id="rId5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47027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OPPOSans M" panose="00020600040101010101" charset="-122"/>
                <a:sym typeface="+mn-lt"/>
              </a:rPr>
              <a:t>2.2 生产工艺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OPPOSans M" panose="00020600040101010101" charset="-122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61670" y="889000"/>
            <a:ext cx="93281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 b="1" cap="all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TPO包覆盖板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圆角矩形 4"/>
          <p:cNvSpPr/>
          <p:nvPr>
            <p:custDataLst>
              <p:tags r:id="rId3"/>
            </p:custDataLst>
          </p:nvPr>
        </p:nvSpPr>
        <p:spPr>
          <a:xfrm>
            <a:off x="728980" y="1875790"/>
            <a:ext cx="1059815" cy="530860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>
                <a:solidFill>
                  <a:schemeClr val="tx1"/>
                </a:solidFill>
              </a:rPr>
              <a:t>材料烘干</a:t>
            </a:r>
            <a:endParaRPr lang="en-US" altLang="zh-CN" sz="1000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>
            <p:custDataLst>
              <p:tags r:id="rId4"/>
            </p:custDataLst>
          </p:nvPr>
        </p:nvSpPr>
        <p:spPr>
          <a:xfrm>
            <a:off x="5711825" y="1875790"/>
            <a:ext cx="1035685" cy="530860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取件与修边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sp>
        <p:nvSpPr>
          <p:cNvPr id="13" name="圆角矩形 12"/>
          <p:cNvSpPr/>
          <p:nvPr>
            <p:custDataLst>
              <p:tags r:id="rId5"/>
            </p:custDataLst>
          </p:nvPr>
        </p:nvSpPr>
        <p:spPr>
          <a:xfrm>
            <a:off x="2426970" y="1875790"/>
            <a:ext cx="1035685" cy="532130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0" i="0" u="none" strike="noStrike" dirty="0">
                <a:solidFill>
                  <a:sysClr val="windowText" lastClr="000000"/>
                </a:solidFill>
                <a:effectLst/>
              </a:rPr>
              <a:t>注塑成型</a:t>
            </a:r>
            <a:endParaRPr lang="en-US" altLang="zh-CN" sz="1000" b="0" i="0" u="none" strike="noStrike" dirty="0">
              <a:solidFill>
                <a:sysClr val="windowText" lastClr="000000"/>
              </a:solidFill>
              <a:effectLst/>
            </a:endParaRPr>
          </a:p>
        </p:txBody>
      </p:sp>
      <p:cxnSp>
        <p:nvCxnSpPr>
          <p:cNvPr id="14" name="直接箭头连接符 13"/>
          <p:cNvCxnSpPr>
            <a:stCxn id="5" idx="3"/>
            <a:endCxn id="13" idx="1"/>
          </p:cNvCxnSpPr>
          <p:nvPr>
            <p:custDataLst>
              <p:tags r:id="rId6"/>
            </p:custDataLst>
          </p:nvPr>
        </p:nvCxnSpPr>
        <p:spPr>
          <a:xfrm>
            <a:off x="1788795" y="2141220"/>
            <a:ext cx="638175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13" idx="3"/>
            <a:endCxn id="18" idx="1"/>
          </p:cNvCxnSpPr>
          <p:nvPr>
            <p:custDataLst>
              <p:tags r:id="rId7"/>
            </p:custDataLst>
          </p:nvPr>
        </p:nvCxnSpPr>
        <p:spPr>
          <a:xfrm>
            <a:off x="3462655" y="2141855"/>
            <a:ext cx="575310" cy="6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5" name="圆角矩形 14"/>
          <p:cNvSpPr/>
          <p:nvPr/>
        </p:nvSpPr>
        <p:spPr>
          <a:xfrm>
            <a:off x="7207250" y="1865630"/>
            <a:ext cx="1035685" cy="53149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装配工序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cxnSp>
        <p:nvCxnSpPr>
          <p:cNvPr id="17" name="直接箭头连接符 16"/>
          <p:cNvCxnSpPr>
            <a:stCxn id="6" idx="3"/>
            <a:endCxn id="15" idx="1"/>
          </p:cNvCxnSpPr>
          <p:nvPr/>
        </p:nvCxnSpPr>
        <p:spPr>
          <a:xfrm flipV="1">
            <a:off x="6747510" y="2131695"/>
            <a:ext cx="459740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圆角矩形 17"/>
          <p:cNvSpPr/>
          <p:nvPr>
            <p:custDataLst>
              <p:tags r:id="rId8"/>
            </p:custDataLst>
          </p:nvPr>
        </p:nvSpPr>
        <p:spPr>
          <a:xfrm>
            <a:off x="4037965" y="1875790"/>
            <a:ext cx="1035685" cy="53276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b="0" i="0" u="none" strike="noStrike" dirty="0">
                <a:solidFill>
                  <a:sysClr val="windowText" lastClr="000000"/>
                </a:solidFill>
                <a:effectLst/>
              </a:rPr>
              <a:t>包装与冷却</a:t>
            </a:r>
            <a:endParaRPr lang="en-US" altLang="zh-CN" sz="1000" b="0" i="0" u="none" strike="noStrike" dirty="0">
              <a:solidFill>
                <a:sysClr val="windowText" lastClr="000000"/>
              </a:solidFill>
              <a:effectLst/>
            </a:endParaRPr>
          </a:p>
        </p:txBody>
      </p:sp>
      <p:cxnSp>
        <p:nvCxnSpPr>
          <p:cNvPr id="22" name="直接箭头连接符 21"/>
          <p:cNvCxnSpPr/>
          <p:nvPr>
            <p:custDataLst>
              <p:tags r:id="rId9"/>
            </p:custDataLst>
          </p:nvPr>
        </p:nvCxnSpPr>
        <p:spPr>
          <a:xfrm>
            <a:off x="5074920" y="2142490"/>
            <a:ext cx="66421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8733155" y="1875155"/>
            <a:ext cx="1035685" cy="53149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尺寸与外观检验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sp>
        <p:nvSpPr>
          <p:cNvPr id="32" name="圆角矩形 31"/>
          <p:cNvSpPr/>
          <p:nvPr/>
        </p:nvSpPr>
        <p:spPr>
          <a:xfrm>
            <a:off x="10258425" y="1865630"/>
            <a:ext cx="1035685" cy="531495"/>
          </a:xfrm>
          <a:prstGeom prst="roundRect">
            <a:avLst/>
          </a:prstGeom>
        </p:spPr>
        <p:style>
          <a:lnRef idx="2">
            <a:schemeClr val="accent1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>
                <a:solidFill>
                  <a:sysClr val="windowText" lastClr="000000"/>
                </a:solidFill>
                <a:effectLst/>
                <a:sym typeface="+mn-ea"/>
              </a:rPr>
              <a:t>包装</a:t>
            </a:r>
            <a:endParaRPr lang="en-US" altLang="zh-CN" sz="1000" dirty="0">
              <a:solidFill>
                <a:sysClr val="windowText" lastClr="000000"/>
              </a:solidFill>
              <a:effectLst/>
              <a:sym typeface="+mn-ea"/>
            </a:endParaRPr>
          </a:p>
        </p:txBody>
      </p:sp>
      <p:cxnSp>
        <p:nvCxnSpPr>
          <p:cNvPr id="36" name="直接箭头连接符 35"/>
          <p:cNvCxnSpPr>
            <a:stCxn id="15" idx="3"/>
            <a:endCxn id="30" idx="1"/>
          </p:cNvCxnSpPr>
          <p:nvPr/>
        </p:nvCxnSpPr>
        <p:spPr>
          <a:xfrm>
            <a:off x="8242935" y="2131695"/>
            <a:ext cx="490220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>
            <a:off x="9768840" y="2132965"/>
            <a:ext cx="490220" cy="95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8" name="picture 318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/>
          <a:srcRect l="4445" r="4445"/>
          <a:stretch>
            <a:fillRect/>
          </a:stretch>
        </p:blipFill>
        <p:spPr>
          <a:xfrm>
            <a:off x="4269740" y="4994910"/>
            <a:ext cx="2223135" cy="1407795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4441190" y="6482080"/>
            <a:ext cx="1880235" cy="245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0"/>
              <a:t>注塑机</a:t>
            </a:r>
            <a:endParaRPr lang="en-US" altLang="zh-CN" sz="1000"/>
          </a:p>
        </p:txBody>
      </p:sp>
      <p:graphicFrame>
        <p:nvGraphicFramePr>
          <p:cNvPr id="48" name="表格 47"/>
          <p:cNvGraphicFramePr>
            <a:graphicFrameLocks noGrp="1"/>
          </p:cNvGraphicFramePr>
          <p:nvPr/>
        </p:nvGraphicFramePr>
        <p:xfrm>
          <a:off x="1080565" y="3229293"/>
          <a:ext cx="3727389" cy="12801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3860"/>
                <a:gridCol w="1115695"/>
                <a:gridCol w="1112270"/>
                <a:gridCol w="1095564"/>
              </a:tblGrid>
              <a:tr h="227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#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dirty="0">
                          <a:solidFill>
                            <a:sysClr val="windowText" lastClr="000000"/>
                          </a:solidFill>
                          <a:sym typeface="+mn-ea"/>
                        </a:rPr>
                        <a:t>工装/模具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交付周期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等线" panose="02010600030101010101" charset="-122"/>
                          <a:ea typeface="等线" panose="02010600030101010101" charset="-122"/>
                        </a:rPr>
                        <a:t>供应商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32067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sz="1200" b="0" i="0" u="none" strike="noStrike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注塑模具×1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75天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1200" b="0" i="0" u="none" strike="noStrike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endParaRPr lang="en-US" sz="1200" b="0" i="0" u="none" strike="noStrike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162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2</a:t>
                      </a:r>
                      <a:endParaRPr lang="en-US" altLang="en-US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尺寸与外观检具×1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60天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dirty="0" err="1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/</a:t>
                      </a:r>
                      <a:endParaRPr lang="en-US" altLang="zh-CN" sz="1200" dirty="0" err="1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9" name="文本框 48"/>
          <p:cNvSpPr txBox="1"/>
          <p:nvPr>
            <p:custDataLst>
              <p:tags r:id="rId12"/>
            </p:custDataLst>
          </p:nvPr>
        </p:nvSpPr>
        <p:spPr>
          <a:xfrm>
            <a:off x="1057371" y="2861623"/>
            <a:ext cx="333648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charset="0"/>
                <a:ea typeface="宋体" panose="02010600030101010101" pitchFamily="2" charset="-122"/>
              </a:rPr>
              <a:t>工装与检具</a:t>
            </a:r>
            <a:endParaRPr lang="zh-CN" altLang="en-US" sz="1200" dirty="0">
              <a:solidFill>
                <a:srgbClr val="000000"/>
              </a:solidFill>
              <a:latin typeface="Calibri Light" panose="020F0302020204030204" charset="0"/>
              <a:ea typeface="宋体" panose="02010600030101010101" pitchFamily="2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13"/>
            </p:custDataLst>
          </p:nvPr>
        </p:nvSpPr>
        <p:spPr>
          <a:xfrm>
            <a:off x="6324933" y="2935750"/>
            <a:ext cx="22529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altLang="zh-CN" sz="1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libri Light" panose="020F0302020204030204" charset="0"/>
                <a:ea typeface="宋体" panose="02010600030101010101" pitchFamily="2" charset="-122"/>
                <a:sym typeface="+mn-ea"/>
              </a:rPr>
              <a:t>设备清单</a:t>
            </a:r>
            <a:endParaRPr lang="zh-CN" altLang="en-US" sz="1200" dirty="0">
              <a:solidFill>
                <a:srgbClr val="000000"/>
              </a:solidFill>
              <a:latin typeface="Calibri Light" panose="020F0302020204030204" charset="0"/>
              <a:ea typeface="宋体" panose="02010600030101010101" pitchFamily="2" charset="-122"/>
              <a:sym typeface="+mn-ea"/>
            </a:endParaRPr>
          </a:p>
        </p:txBody>
      </p:sp>
      <p:graphicFrame>
        <p:nvGraphicFramePr>
          <p:cNvPr id="51" name="表格 50"/>
          <p:cNvGraphicFramePr>
            <a:graphicFrameLocks noGrp="1"/>
          </p:cNvGraphicFramePr>
          <p:nvPr>
            <p:custDataLst>
              <p:tags r:id="rId14"/>
            </p:custDataLst>
          </p:nvPr>
        </p:nvGraphicFramePr>
        <p:xfrm>
          <a:off x="6408972" y="3304020"/>
          <a:ext cx="4093141" cy="6083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1436"/>
                <a:gridCol w="1391920"/>
                <a:gridCol w="1125833"/>
                <a:gridCol w="1233952"/>
              </a:tblGrid>
              <a:tr h="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#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1" u="none" strike="noStrike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设备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  <a:sym typeface="+mn-ea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型号/类型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b="1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供应商</a:t>
                      </a:r>
                      <a:endParaRPr lang="en-US" altLang="zh-CN" sz="1200" b="1" i="0" u="none" strike="noStrike" dirty="0">
                        <a:solidFill>
                          <a:sysClr val="windowText" lastClr="000000"/>
                        </a:solidFill>
                        <a:effectLst/>
                        <a:latin typeface="等线" panose="02010600030101010101" charset="-122"/>
                        <a:ea typeface="等线" panose="02010600030101010101" charset="-122"/>
                      </a:endParaRPr>
                    </a:p>
                  </a:txBody>
                  <a:tcPr marL="0" marR="0" marT="0" marB="0" anchor="ctr"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</a:tr>
              <a:tr h="425450"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200" b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1</a:t>
                      </a:r>
                      <a:endParaRPr lang="en-US" altLang="en-US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注塑机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1200" b="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900吨(900T)</a:t>
                      </a:r>
                      <a:endParaRPr lang="en-US" altLang="zh-CN" sz="1200" b="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ClrTx/>
                        <a:buSzTx/>
                        <a:buFontTx/>
                        <a:buNone/>
                      </a:pPr>
                      <a:r>
                        <a:rPr lang="en-US" altLang="en-US" sz="1200" i="0" u="none" strike="noStrike" dirty="0">
                          <a:solidFill>
                            <a:sysClr val="windowText" lastClr="000000"/>
                          </a:solidFill>
                          <a:effectLst/>
                        </a:rPr>
                        <a:t>/</a:t>
                      </a:r>
                      <a:endParaRPr lang="en-US" altLang="en-US" sz="1200" i="0" u="none" strike="noStrike" dirty="0">
                        <a:solidFill>
                          <a:sysClr val="windowText" lastClr="000000"/>
                        </a:solidFill>
                        <a:effectLst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sp>
        <p:nvSpPr>
          <p:cNvPr id="7" name="文本框 6"/>
          <p:cNvSpPr txBox="1"/>
          <p:nvPr/>
        </p:nvSpPr>
        <p:spPr>
          <a:xfrm>
            <a:off x="832485" y="1257300"/>
            <a:ext cx="83312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GB" dirty="0">
                <a:sym typeface="+mn-ea"/>
              </a:rPr>
              <a:t>注塑成型（皮纹）+卡扣装配</a:t>
            </a:r>
            <a:endParaRPr lang="en-US" altLang="en-GB" dirty="0">
              <a:sym typeface="+mn-ea"/>
            </a:endParaRPr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4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446378" y="3068975"/>
            <a:ext cx="2952115" cy="2099925"/>
            <a:chOff x="1388023" y="3267730"/>
            <a:chExt cx="2952115" cy="2099925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640093" y="4660900"/>
              <a:ext cx="2447925" cy="706755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工装清单</a:t>
              </a:r>
              <a:endParaRPr lang="en-US" altLang="zh-CN" sz="20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与检具</a:t>
              </a: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/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第03部分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目录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3240405"/>
            <a:ext cx="4064000" cy="1928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3.1 设备清单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3.2 工装与检具清单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3.3 产能分析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630" y="367030"/>
            <a:ext cx="88430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3. 生产设备与工装清单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graphicFrame>
        <p:nvGraphicFramePr>
          <p:cNvPr id="14" name="表格 13"/>
          <p:cNvGraphicFramePr>
            <a:graphicFrameLocks noGrp="1"/>
          </p:cNvGraphicFramePr>
          <p:nvPr>
            <p:custDataLst>
              <p:tags r:id="rId3"/>
            </p:custDataLst>
          </p:nvPr>
        </p:nvGraphicFramePr>
        <p:xfrm>
          <a:off x="722630" y="1293495"/>
          <a:ext cx="10752455" cy="799465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570865"/>
                <a:gridCol w="2440940"/>
                <a:gridCol w="1673225"/>
                <a:gridCol w="2022475"/>
                <a:gridCol w="2022475"/>
                <a:gridCol w="2022475"/>
              </a:tblGrid>
              <a:tr h="4876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u="none" strike="noStrike">
                          <a:effectLst/>
                        </a:rPr>
                        <a:t>#</a:t>
                      </a:r>
                      <a:endParaRPr lang="en-US" altLang="zh-CN" sz="16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600" u="none" strike="noStrike" dirty="0">
                          <a:effectLst/>
                        </a:rPr>
                        <a:t>设备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600" dirty="0">
                          <a:effectLst/>
                        </a:rPr>
                        <a:t>现有数量</a:t>
                      </a:r>
                      <a:r>
                        <a:rPr lang="en-US" altLang="zh-CN" sz="1600" u="none" strike="noStrike" dirty="0">
                          <a:effectLst/>
                        </a:rPr>
                        <a:t/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>
                          <a:effectLst/>
                        </a:rPr>
                        <a:t>空余</a:t>
                      </a:r>
                      <a:endParaRPr lang="en-US" altLang="zh-CN" sz="1600" u="none" strike="noStrike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600" u="none" strike="noStrike">
                          <a:effectLst/>
                        </a:rPr>
                        <a:t>产能</a:t>
                      </a:r>
                      <a:endParaRPr lang="en-US" altLang="zh-CN" sz="16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>
                          <a:effectLst/>
                        </a:rPr>
                        <a:t>需求</a:t>
                      </a:r>
                      <a:endParaRPr lang="en-US" altLang="zh-CN" sz="1600" u="none" strike="noStrike">
                        <a:effectLst/>
                      </a:endParaRPr>
                    </a:p>
                    <a:p>
                      <a:pPr algn="ctr" fontAlgn="ctr">
                        <a:buNone/>
                      </a:pPr>
                      <a:r>
                        <a:rPr lang="en-US" altLang="zh-CN" sz="1600" dirty="0">
                          <a:effectLst/>
                        </a:rPr>
                        <a:t>产能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备注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</a:tr>
              <a:tr h="31178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en-US" sz="1600" u="none" strike="noStrike">
                          <a:effectLst/>
                        </a:rPr>
                        <a:t>1</a:t>
                      </a:r>
                      <a:endParaRPr lang="en-US" altLang="en-US" sz="1600" u="none" strike="noStrike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注塑机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2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50%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4%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600" u="none" strike="noStrike" dirty="0">
                          <a:effectLst/>
                        </a:rPr>
                        <a:t>900吨(900T)</a:t>
                      </a:r>
                      <a:endParaRPr lang="en-US" altLang="zh-CN" sz="1600" u="none" strike="noStrike" dirty="0">
                        <a:effectLst/>
                      </a:endParaRPr>
                    </a:p>
                  </a:txBody>
                  <a:tcPr marL="0" marR="0" marT="0" marB="0" anchor="ctr"/>
                </a:tc>
              </a:tr>
            </a:tbl>
          </a:graphicData>
        </a:graphic>
      </p:graphicFrame>
      <p:graphicFrame>
        <p:nvGraphicFramePr>
          <p:cNvPr id="11" name="表格 10"/>
          <p:cNvGraphicFramePr>
            <a:graphicFrameLocks noGrp="1"/>
          </p:cNvGraphicFramePr>
          <p:nvPr>
            <p:custDataLst>
              <p:tags r:id="rId4"/>
            </p:custDataLst>
          </p:nvPr>
        </p:nvGraphicFramePr>
        <p:xfrm>
          <a:off x="722630" y="3381375"/>
          <a:ext cx="10847705" cy="1398905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758825"/>
                <a:gridCol w="3968750"/>
                <a:gridCol w="1360170"/>
                <a:gridCol w="1863090"/>
                <a:gridCol w="1454150"/>
                <a:gridCol w="1442720"/>
              </a:tblGrid>
              <a:tr h="488950"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en-US" altLang="zh-CN" sz="1200" u="none" strike="noStrike" spc="120">
                          <a:effectLst/>
                        </a:rPr>
                        <a:t>#</a:t>
                      </a:r>
                      <a:endParaRPr lang="en-US" altLang="zh-CN" sz="1200" u="none" strike="noStrike" spc="12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spc="120" dirty="0"/>
                        <a:t>工装/模具</a:t>
                      </a:r>
                      <a:endParaRPr lang="en-US" altLang="zh-CN" sz="1200" spc="120" dirty="0"/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200" u="none" strike="noStrike" spc="120" dirty="0">
                          <a:effectLst/>
                        </a:rPr>
                        <a:t>数量</a:t>
                      </a:r>
                      <a:endParaRPr lang="en-US" altLang="zh-CN" sz="1200" u="none" strike="noStrike" spc="120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kern="1200" spc="120" dirty="0">
                          <a:effectLst/>
                        </a:rPr>
                        <a:t>交付周期</a:t>
                      </a:r>
                      <a:endParaRPr lang="en-US" altLang="zh-CN" sz="1200" u="none" strike="noStrike" kern="1200" spc="120" dirty="0">
                        <a:effectLst/>
                      </a:endParaRPr>
                    </a:p>
                    <a:p>
                      <a:pPr marL="0" algn="ctr" defTabSz="914400" rtl="0" eaLnBrk="1" fontAlgn="ctr" latinLnBrk="0" hangingPunct="1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kern="1200" spc="120" dirty="0">
                          <a:effectLst/>
                        </a:rPr>
                        <a:t>（天）</a:t>
                      </a:r>
                      <a:endParaRPr lang="en-US" altLang="zh-CN" sz="1200" u="none" strike="noStrike" kern="1200" spc="120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spc="120">
                          <a:effectLst/>
                        </a:rPr>
                        <a:t>模穴数</a:t>
                      </a:r>
                      <a:endParaRPr lang="en-US" altLang="zh-CN" sz="1200" u="none" strike="noStrike" spc="12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spc="120">
                          <a:effectLst/>
                        </a:rPr>
                        <a:t>备注</a:t>
                      </a:r>
                      <a:endParaRPr lang="en-US" altLang="zh-CN" sz="1200" u="none" strike="noStrike" spc="12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  <a:tr h="295910"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注塑模具+皮纹(晒纹)</a:t>
                      </a:r>
                      <a:endParaRPr lang="en-US" altLang="zh-CN" sz="1200" u="none" strike="noStrike" dirty="0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</a:pPr>
                      <a:r>
                        <a:rPr lang="en-US" sz="1200" u="none" strike="noStrike">
                          <a:effectLst/>
                        </a:rPr>
                        <a:t>1</a:t>
                      </a:r>
                      <a:endParaRPr 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75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2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带皮纹</a:t>
                      </a:r>
                      <a:endParaRPr 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  <a:tr h="295910">
                <a:tc>
                  <a:txBody>
                    <a:bodyPr/>
                    <a:p>
                      <a:pPr algn="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2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zh-CN" sz="1200" u="none" strike="noStrike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卡扣装配夹具</a:t>
                      </a:r>
                      <a:endParaRPr lang="en-US" altLang="zh-CN" sz="1200" u="none" strike="noStrike" dirty="0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1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40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1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  <a:tr h="318135">
                <a:tc>
                  <a:txBody>
                    <a:bodyPr/>
                    <a:lstStyle/>
                    <a:p>
                      <a:pPr algn="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3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altLang="zh-CN" sz="1200" dirty="0">
                          <a:solidFill>
                            <a:sysClr val="windowText" lastClr="000000"/>
                          </a:solidFill>
                          <a:effectLst/>
                          <a:sym typeface="+mn-ea"/>
                        </a:rPr>
                        <a:t>尺寸与外观检具</a:t>
                      </a:r>
                      <a:endParaRPr lang="en-US" altLang="zh-CN" sz="1200" u="none" strike="noStrike" dirty="0">
                        <a:solidFill>
                          <a:sysClr val="windowText" lastClr="000000"/>
                        </a:solidFill>
                        <a:effectLst/>
                        <a:sym typeface="+mn-ea"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>
                          <a:effectLst/>
                        </a:rPr>
                        <a:t>1</a:t>
                      </a:r>
                      <a:endParaRPr lang="en-US" altLang="en-US" sz="1200" u="none" strike="noStrike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60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r>
                        <a:rPr lang="en-US" altLang="en-US" sz="1200" u="none" strike="noStrike" dirty="0">
                          <a:effectLst/>
                        </a:rPr>
                        <a:t>1</a:t>
                      </a: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ct val="120000"/>
                        </a:lnSpc>
                        <a:buNone/>
                      </a:pPr>
                      <a:endParaRPr lang="en-US" altLang="en-US" sz="1200" u="none" strike="noStrike" dirty="0">
                        <a:effectLst/>
                      </a:endParaRPr>
                    </a:p>
                  </a:txBody>
                  <a:tcPr marL="254000" marR="254000" marT="25400" marB="25400" anchor="ctr"/>
                </a:tc>
              </a:tr>
            </a:tbl>
          </a:graphicData>
        </a:graphic>
      </p:graphicFrame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52295" y="2590165"/>
            <a:ext cx="870648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085037" y="3068975"/>
            <a:ext cx="8240395" cy="1791950"/>
            <a:chOff x="-1256143" y="3267730"/>
            <a:chExt cx="8240395" cy="179195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-1256143" y="4660900"/>
              <a:ext cx="8240395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类似工装与检具经验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第04部分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目录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4. 类似产品经验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54355" y="890905"/>
            <a:ext cx="559689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u"/>
            </a:pPr>
            <a:r>
              <a:rPr lang="en-US" altLang="zh-CN" b="1"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塑料注塑成型-类似零件</a:t>
            </a:r>
            <a:endParaRPr lang="en-US" altLang="zh-CN" b="1"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  <a:p>
            <a:pPr marL="742950" lvl="1" indent="-285750">
              <a:buFont typeface="Wingdings" panose="05000000000000000000" charset="0"/>
              <a:buChar char="u"/>
            </a:pPr>
            <a:r>
              <a:rPr lang="en-US" altLang="zh-CN" b="1" dirty="0">
                <a:solidFill>
                  <a:sysClr val="windowText" lastClr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  <a:sym typeface="+mn-ea"/>
              </a:rPr>
              <a:t>模流分析</a:t>
            </a:r>
            <a:endParaRPr lang="en-US" altLang="zh-CN" b="1" dirty="0">
              <a:solidFill>
                <a:sysClr val="windowText" lastClr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4690" y="831215"/>
            <a:ext cx="1480185" cy="1176655"/>
          </a:xfrm>
          <a:prstGeom prst="rect">
            <a:avLst/>
          </a:prstGeom>
        </p:spPr>
      </p:pic>
      <p:grpSp>
        <p:nvGrpSpPr>
          <p:cNvPr id="14" name="组合 13"/>
          <p:cNvGrpSpPr/>
          <p:nvPr/>
        </p:nvGrpSpPr>
        <p:grpSpPr>
          <a:xfrm>
            <a:off x="598805" y="2007870"/>
            <a:ext cx="6656070" cy="4322445"/>
            <a:chOff x="3903" y="3243"/>
            <a:chExt cx="10482" cy="6807"/>
          </a:xfrm>
        </p:grpSpPr>
        <p:pic>
          <p:nvPicPr>
            <p:cNvPr id="8" name="图片 7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0031" y="3344"/>
              <a:ext cx="4278" cy="2401"/>
            </a:xfrm>
            <a:prstGeom prst="rect">
              <a:avLst/>
            </a:prstGeom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903" y="3243"/>
              <a:ext cx="4374" cy="2603"/>
            </a:xfrm>
            <a:prstGeom prst="rect">
              <a:avLst/>
            </a:prstGeom>
          </p:spPr>
        </p:pic>
        <p:sp>
          <p:nvSpPr>
            <p:cNvPr id="6" name="文本框 5"/>
            <p:cNvSpPr txBox="1"/>
            <p:nvPr/>
          </p:nvSpPr>
          <p:spPr>
            <a:xfrm>
              <a:off x="5126" y="5846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壁厚</a:t>
              </a:r>
              <a:endParaRPr lang="en-US" altLang="zh-CN"/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0799" y="5904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缩痕</a:t>
              </a:r>
              <a:endParaRPr lang="en-US" altLang="zh-CN"/>
            </a:p>
          </p:txBody>
        </p:sp>
        <p:pic>
          <p:nvPicPr>
            <p:cNvPr id="10" name="图片 9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110" y="6342"/>
              <a:ext cx="4672" cy="2910"/>
            </a:xfrm>
            <a:prstGeom prst="rect">
              <a:avLst/>
            </a:prstGeom>
          </p:spPr>
        </p:pic>
        <p:pic>
          <p:nvPicPr>
            <p:cNvPr id="11" name="图片 10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0031" y="6589"/>
              <a:ext cx="4354" cy="2881"/>
            </a:xfrm>
            <a:prstGeom prst="rect">
              <a:avLst/>
            </a:prstGeom>
          </p:spPr>
        </p:pic>
        <p:sp>
          <p:nvSpPr>
            <p:cNvPr id="12" name="文本框 11"/>
            <p:cNvSpPr txBox="1"/>
            <p:nvPr/>
          </p:nvSpPr>
          <p:spPr>
            <a:xfrm>
              <a:off x="5024" y="9470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温度</a:t>
              </a:r>
              <a:endParaRPr lang="en-US" altLang="zh-CN"/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0799" y="9389"/>
              <a:ext cx="2219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/>
                <a:t>压力</a:t>
              </a:r>
              <a:endParaRPr lang="en-US" altLang="zh-CN"/>
            </a:p>
          </p:txBody>
        </p:sp>
      </p:grpSp>
      <p:pic>
        <p:nvPicPr>
          <p:cNvPr id="15" name="图片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84260" y="1845945"/>
            <a:ext cx="1919605" cy="1750695"/>
          </a:xfrm>
          <a:prstGeom prst="round2Diag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7727315" y="381889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卡扣装配夹具</a:t>
            </a:r>
            <a:endParaRPr lang="en-US" altLang="zh-CN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4905" y="4367530"/>
            <a:ext cx="1838960" cy="1483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6" name="文本框 15"/>
          <p:cNvSpPr txBox="1"/>
          <p:nvPr/>
        </p:nvSpPr>
        <p:spPr>
          <a:xfrm>
            <a:off x="8324215" y="6003290"/>
            <a:ext cx="263906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2700" algn="ctr" rtl="0" eaLnBrk="0"/>
            <a:r>
              <a:rPr lang="en-US" altLang="zh-CN" sz="1200" kern="0" spc="-10" dirty="0">
                <a:solidFill>
                  <a:srgbClr val="000000">
                    <a:alpha val="100000"/>
                  </a:srgbClr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+mn-ea"/>
              </a:rPr>
              <a:t>影像检测夹具</a:t>
            </a:r>
            <a:endParaRPr lang="en-US" altLang="zh-CN" sz="1200" kern="0" spc="-10" dirty="0">
              <a:solidFill>
                <a:srgbClr val="000000">
                  <a:alpha val="100000"/>
                </a:srgbClr>
              </a:solidFill>
              <a:latin typeface="Arial" panose="020B0604020202020204"/>
              <a:ea typeface="Arial" panose="020B0604020202020204"/>
              <a:cs typeface="Arial" panose="020B0604020202020204"/>
              <a:sym typeface="+mn-e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52295" y="2590165"/>
            <a:ext cx="870648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4500580" y="3068975"/>
            <a:ext cx="3409315" cy="1791950"/>
            <a:chOff x="1159400" y="3267730"/>
            <a:chExt cx="3409315" cy="179195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1159400" y="4660900"/>
              <a:ext cx="3409315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包装与物流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第05部分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目录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5. 包装与物流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61670" y="889000"/>
            <a:ext cx="483552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b="1"/>
              <a:t>CPT交付至 上海临港路虎IEO仓库</a:t>
            </a:r>
            <a:endParaRPr lang="en-US" altLang="zh-CN" sz="1400" b="1"/>
          </a:p>
          <a:p>
            <a:endParaRPr lang="en-US" altLang="zh-CN" sz="1400" b="1"/>
          </a:p>
        </p:txBody>
      </p:sp>
      <p:pic>
        <p:nvPicPr>
          <p:cNvPr id="3" name="图片 2" descr="仓库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3710" y="2134870"/>
            <a:ext cx="640080" cy="640080"/>
          </a:xfrm>
          <a:prstGeom prst="rect">
            <a:avLst/>
          </a:prstGeom>
        </p:spPr>
      </p:pic>
      <p:pic>
        <p:nvPicPr>
          <p:cNvPr id="8" name="图片 7" descr="飞机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23890" y="4647565"/>
            <a:ext cx="640080" cy="640080"/>
          </a:xfrm>
          <a:prstGeom prst="rect">
            <a:avLst/>
          </a:prstGeom>
        </p:spPr>
      </p:pic>
      <p:pic>
        <p:nvPicPr>
          <p:cNvPr id="9" name="图片 8" descr="轮船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737225" y="1774825"/>
            <a:ext cx="640080" cy="640080"/>
          </a:xfrm>
          <a:prstGeom prst="rect">
            <a:avLst/>
          </a:prstGeom>
        </p:spPr>
      </p:pic>
      <p:pic>
        <p:nvPicPr>
          <p:cNvPr id="10" name="图片 9" descr="工厂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555240" y="2954020"/>
            <a:ext cx="640080" cy="640080"/>
          </a:xfrm>
          <a:prstGeom prst="rect">
            <a:avLst/>
          </a:prstGeom>
        </p:spPr>
      </p:pic>
      <p:pic>
        <p:nvPicPr>
          <p:cNvPr id="12" name="图片 11" descr="工厂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04350" y="2926715"/>
            <a:ext cx="640080" cy="640080"/>
          </a:xfrm>
          <a:prstGeom prst="rect">
            <a:avLst/>
          </a:prstGeom>
        </p:spPr>
      </p:pic>
      <p:cxnSp>
        <p:nvCxnSpPr>
          <p:cNvPr id="15" name="直接箭头连接符 14"/>
          <p:cNvCxnSpPr>
            <a:stCxn id="3" idx="3"/>
            <a:endCxn id="29" idx="1"/>
          </p:cNvCxnSpPr>
          <p:nvPr>
            <p:custDataLst>
              <p:tags r:id="rId18"/>
            </p:custDataLst>
          </p:nvPr>
        </p:nvCxnSpPr>
        <p:spPr>
          <a:xfrm>
            <a:off x="4923790" y="2454910"/>
            <a:ext cx="2240280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>
            <p:custDataLst>
              <p:tags r:id="rId19"/>
            </p:custDataLst>
          </p:nvPr>
        </p:nvCxnSpPr>
        <p:spPr>
          <a:xfrm flipV="1">
            <a:off x="3195320" y="2454910"/>
            <a:ext cx="1088390" cy="81915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V="1">
            <a:off x="6731635" y="3430905"/>
            <a:ext cx="2520315" cy="158432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图片 19" descr="卡车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804920" y="4135120"/>
            <a:ext cx="287020" cy="287020"/>
          </a:xfrm>
          <a:prstGeom prst="rect">
            <a:avLst/>
          </a:prstGeom>
        </p:spPr>
      </p:pic>
      <p:pic>
        <p:nvPicPr>
          <p:cNvPr id="21" name="图片 20" descr="卡车"/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11770" y="3241040"/>
            <a:ext cx="287020" cy="287020"/>
          </a:xfrm>
          <a:prstGeom prst="rect">
            <a:avLst/>
          </a:prstGeom>
        </p:spPr>
      </p:pic>
      <p:sp>
        <p:nvSpPr>
          <p:cNvPr id="22" name="文本框 21"/>
          <p:cNvSpPr txBox="1"/>
          <p:nvPr>
            <p:custDataLst>
              <p:tags r:id="rId24"/>
            </p:custDataLst>
          </p:nvPr>
        </p:nvSpPr>
        <p:spPr>
          <a:xfrm>
            <a:off x="2401570" y="3790950"/>
            <a:ext cx="1017905" cy="631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金榕</a:t>
            </a:r>
            <a:endParaRPr lang="en-US" altLang="zh-CN" sz="1200"/>
          </a:p>
          <a:p>
            <a:pPr algn="ctr"/>
            <a:r>
              <a:rPr lang="en-US" altLang="zh-CN" sz="1200"/>
              <a:t>上海</a:t>
            </a:r>
            <a:endParaRPr lang="en-US" altLang="zh-CN" sz="1200"/>
          </a:p>
          <a:p>
            <a:pPr algn="ctr"/>
            <a:r>
              <a:rPr lang="en-US" altLang="zh-CN" sz="1200"/>
              <a:t>工厂</a:t>
            </a:r>
            <a:endParaRPr lang="en-US" altLang="zh-CN" sz="1200"/>
          </a:p>
        </p:txBody>
      </p:sp>
      <p:cxnSp>
        <p:nvCxnSpPr>
          <p:cNvPr id="23" name="直接箭头连接符 22"/>
          <p:cNvCxnSpPr/>
          <p:nvPr>
            <p:custDataLst>
              <p:tags r:id="rId25"/>
            </p:custDataLst>
          </p:nvPr>
        </p:nvCxnSpPr>
        <p:spPr>
          <a:xfrm>
            <a:off x="3203575" y="3430905"/>
            <a:ext cx="2304415" cy="151193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4" name="图片 23" descr="卡车"/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627110" y="2566670"/>
            <a:ext cx="287020" cy="287020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9238615" y="3790950"/>
            <a:ext cx="1214120" cy="63055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路虎 斯洛伐克尼特拉厂</a:t>
            </a:r>
            <a:endParaRPr lang="en-US" altLang="zh-CN" sz="1200"/>
          </a:p>
          <a:p>
            <a:pPr algn="ctr"/>
            <a:r>
              <a:rPr lang="en-US" altLang="zh-CN" sz="1200"/>
              <a:t>工厂</a:t>
            </a:r>
            <a:endParaRPr lang="en-US" altLang="zh-CN" sz="1200"/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3627755" y="2767965"/>
            <a:ext cx="2109470" cy="423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路虎IEO仓库</a:t>
            </a:r>
            <a:endParaRPr lang="en-US" altLang="zh-CN" sz="1200"/>
          </a:p>
          <a:p>
            <a:pPr algn="ctr"/>
            <a:r>
              <a:rPr lang="en-US" altLang="zh-CN" sz="1200"/>
              <a:t>上海临港</a:t>
            </a:r>
            <a:endParaRPr lang="en-US" altLang="zh-CN" sz="1200"/>
          </a:p>
        </p:txBody>
      </p:sp>
      <p:cxnSp>
        <p:nvCxnSpPr>
          <p:cNvPr id="27" name="直接箭头连接符 26"/>
          <p:cNvCxnSpPr>
            <a:stCxn id="29" idx="3"/>
            <a:endCxn id="12" idx="1"/>
          </p:cNvCxnSpPr>
          <p:nvPr>
            <p:custDataLst>
              <p:tags r:id="rId28"/>
            </p:custDataLst>
          </p:nvPr>
        </p:nvCxnSpPr>
        <p:spPr>
          <a:xfrm>
            <a:off x="7804150" y="2454910"/>
            <a:ext cx="1600200" cy="791845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图片 27" descr="卡车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91230" y="2350770"/>
            <a:ext cx="313690" cy="313690"/>
          </a:xfrm>
          <a:prstGeom prst="rect">
            <a:avLst/>
          </a:prstGeom>
        </p:spPr>
      </p:pic>
      <p:pic>
        <p:nvPicPr>
          <p:cNvPr id="29" name="图片 28" descr="仓库"/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164070" y="2134870"/>
            <a:ext cx="640080" cy="640080"/>
          </a:xfrm>
          <a:prstGeom prst="rect">
            <a:avLst/>
          </a:prstGeom>
        </p:spPr>
      </p:pic>
      <p:cxnSp>
        <p:nvCxnSpPr>
          <p:cNvPr id="30" name="直接箭头连接符 29"/>
          <p:cNvCxnSpPr/>
          <p:nvPr>
            <p:custDataLst>
              <p:tags r:id="rId31"/>
            </p:custDataLst>
          </p:nvPr>
        </p:nvCxnSpPr>
        <p:spPr>
          <a:xfrm>
            <a:off x="3322320" y="3401060"/>
            <a:ext cx="1681480" cy="29845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>
            <p:custDataLst>
              <p:tags r:id="rId32"/>
            </p:custDataLst>
          </p:nvPr>
        </p:nvSpPr>
        <p:spPr>
          <a:xfrm>
            <a:off x="6631940" y="2778125"/>
            <a:ext cx="1703705" cy="2330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zh-CN" sz="1200"/>
              <a:t>物流枢纽</a:t>
            </a:r>
            <a:endParaRPr lang="en-US" altLang="zh-CN" sz="1200"/>
          </a:p>
        </p:txBody>
      </p:sp>
      <p:pic>
        <p:nvPicPr>
          <p:cNvPr id="32" name="图片 31" descr="卡车"/>
          <p:cNvPicPr>
            <a:picLocks noChangeAspect="1"/>
          </p:cNvPicPr>
          <p:nvPr>
            <p:custDataLst>
              <p:tags r:id="rId33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995420" y="3142615"/>
            <a:ext cx="313690" cy="313690"/>
          </a:xfrm>
          <a:prstGeom prst="rect">
            <a:avLst/>
          </a:prstGeom>
        </p:spPr>
      </p:pic>
      <p:pic>
        <p:nvPicPr>
          <p:cNvPr id="33" name="图片 32" descr="火车铁路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5507990" y="2954020"/>
            <a:ext cx="914400" cy="914400"/>
          </a:xfrm>
          <a:prstGeom prst="rect">
            <a:avLst/>
          </a:prstGeom>
        </p:spPr>
      </p:pic>
      <p:cxnSp>
        <p:nvCxnSpPr>
          <p:cNvPr id="34" name="直接箭头连接符 33"/>
          <p:cNvCxnSpPr/>
          <p:nvPr>
            <p:custDataLst>
              <p:tags r:id="rId37"/>
            </p:custDataLst>
          </p:nvPr>
        </p:nvCxnSpPr>
        <p:spPr>
          <a:xfrm flipV="1">
            <a:off x="6632575" y="3502660"/>
            <a:ext cx="2403475" cy="25400"/>
          </a:xfrm>
          <a:prstGeom prst="straightConnector1">
            <a:avLst/>
          </a:prstGeom>
          <a:ln>
            <a:tailEnd type="arrow" w="med" len="med"/>
          </a:ln>
        </p:spPr>
        <p:style>
          <a:lnRef idx="2">
            <a:prstClr val="black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5" name="图片 34" descr="卡车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048625" y="4177030"/>
            <a:ext cx="287020" cy="28702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2327910" y="5824855"/>
            <a:ext cx="44037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包装：一次性包装</a:t>
            </a:r>
            <a:r>
              <a:rPr lang="en-US" altLang="zh-CN" dirty="0"/>
              <a:t/>
            </a:r>
            <a:endParaRPr lang="en-US" altLang="zh-C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722" y="367150"/>
            <a:ext cx="6912517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5. 包装与物流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graphicFrame>
        <p:nvGraphicFramePr>
          <p:cNvPr id="8" name="表格 7"/>
          <p:cNvGraphicFramePr/>
          <p:nvPr>
            <p:custDataLst>
              <p:tags r:id="rId3"/>
            </p:custDataLst>
          </p:nvPr>
        </p:nvGraphicFramePr>
        <p:xfrm>
          <a:off x="1883410" y="1092835"/>
          <a:ext cx="8312785" cy="5539105"/>
        </p:xfrm>
        <a:graphic>
          <a:graphicData uri="http://schemas.openxmlformats.org/drawingml/2006/table">
            <a:tbl>
              <a:tblPr/>
              <a:tblGrid>
                <a:gridCol w="1538605"/>
                <a:gridCol w="1091565"/>
                <a:gridCol w="1114425"/>
                <a:gridCol w="1622425"/>
                <a:gridCol w="1454785"/>
                <a:gridCol w="1490980"/>
              </a:tblGrid>
              <a:tr h="226695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14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包装规格</a:t>
                      </a:r>
                      <a:endParaRPr lang="en-US" altLang="zh-CN" sz="14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91AADF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零件基础信息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零件号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Z7B2-13A994-A-INS-01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零件长(cm)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零件宽(cm)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33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4447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零件高(cm)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5.7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零件重(kg)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包装类型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222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运输方式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海运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零件材料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ABS/PA66/钢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生效日期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照片/示意图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</a:tr>
              <a:tr h="12192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零件图片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开箱（含零件与衬垫）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一次包装照片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975995">
                <a:tc gridSpan="2">
                  <a:txBody>
                    <a:bodyPr/>
                    <a:lstStyle/>
                    <a:p>
                      <a:endParaRPr sz="1000"/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sz="1000"/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23190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外包装图片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整托装载/托盘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补充图片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784225">
                <a:tc gridSpan="2"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endParaRPr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endParaRPr lang="zh-CN" altLang="en-US" sz="1000"/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一次包装—单个容器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6256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包装材料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PE袋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皮重(kg)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0.45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总重(kg)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0.46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7081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包装长(cm)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215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包装宽(cm)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包装高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0.04mm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362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每层容器数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层数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/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单箱数量(QPC)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二次包装—外部容器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>
                      <a:noFill/>
                    </a:lnL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>
                      <a:noFill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包装材料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纸箱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皮重(kg)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9.2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总重(kg)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10.0</a:t>
                      </a:r>
                      <a:endParaRPr lang="en-US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070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包装长(cm)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包装宽(cm)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包装高(cm)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410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每层容器数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层数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密度：(件/箱)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整箱包装信息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784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托盘类型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四向(叉车)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托盘材质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木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捆扎方式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缠绕膜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6954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托盘长(cm)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1140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托盘宽(cm)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940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托盘高(cm)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130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9304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每层纸箱数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每托层数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密度：(件/托)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32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58750">
                <a:tc gridSpan="6"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补充说明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5C6E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10" name="图片_2"/>
          <p:cNvPicPr/>
          <p:nvPr/>
        </p:nvPicPr>
        <p:blipFill>
          <a:blip r:embed="rId4"/>
          <a:stretch>
            <a:fillRect/>
          </a:stretch>
        </p:blipFill>
        <p:spPr>
          <a:xfrm>
            <a:off x="4735830" y="2828290"/>
            <a:ext cx="2268220" cy="22987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6260" y="2504440"/>
            <a:ext cx="961390" cy="89090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36560" y="3604895"/>
            <a:ext cx="1240790" cy="67437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rcRect t="24066" r="-2512"/>
          <a:stretch>
            <a:fillRect/>
          </a:stretch>
        </p:blipFill>
        <p:spPr>
          <a:xfrm>
            <a:off x="2198370" y="2504440"/>
            <a:ext cx="2098675" cy="847090"/>
          </a:xfrm>
          <a:prstGeom prst="rect">
            <a:avLst/>
          </a:prstGeom>
        </p:spPr>
      </p:pic>
      <p:pic>
        <p:nvPicPr>
          <p:cNvPr id="9" name="图片 8"/>
          <p:cNvPicPr/>
          <p:nvPr/>
        </p:nvPicPr>
        <p:blipFill>
          <a:blip r:embed="rId8"/>
          <a:stretch>
            <a:fillRect/>
          </a:stretch>
        </p:blipFill>
        <p:spPr>
          <a:xfrm>
            <a:off x="2628265" y="3611880"/>
            <a:ext cx="1117600" cy="668020"/>
          </a:xfrm>
          <a:prstGeom prst="rect">
            <a:avLst/>
          </a:prstGeom>
        </p:spPr>
      </p:pic>
      <p:pic>
        <p:nvPicPr>
          <p:cNvPr id="12" name="图片 11" descr="ai_picture_ai_change_1783316024702"/>
          <p:cNvPicPr/>
          <p:nvPr>
            <p:custDataLst>
              <p:tags r:id="rId9"/>
            </p:custDataLst>
          </p:nvPr>
        </p:nvPicPr>
        <p:blipFill>
          <a:blip r:embed="rId10"/>
          <a:srcRect l="518" r="518"/>
          <a:stretch>
            <a:fillRect/>
          </a:stretch>
        </p:blipFill>
        <p:spPr>
          <a:xfrm>
            <a:off x="5516245" y="3604895"/>
            <a:ext cx="706755" cy="67437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A-图片 18" descr="公路上有许多车&#10;&#10;AI 生成的内容可能不正确。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 cstate="screen">
            <a:alphaModFix amt="85000"/>
            <a:duotone>
              <a:prstClr val="black"/>
              <a:schemeClr val="accent5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rcRect b="-12127"/>
          <a:stretch>
            <a:fillRect/>
          </a:stretch>
        </p:blipFill>
        <p:spPr>
          <a:xfrm>
            <a:off x="0" y="0"/>
            <a:ext cx="12192000" cy="3960400"/>
          </a:xfrm>
          <a:custGeom>
            <a:avLst/>
            <a:gdLst>
              <a:gd name="connsiteX0" fmla="*/ 0 w 12192000"/>
              <a:gd name="connsiteY0" fmla="*/ 0 h 3960400"/>
              <a:gd name="connsiteX1" fmla="*/ 12192000 w 12192000"/>
              <a:gd name="connsiteY1" fmla="*/ 0 h 3960400"/>
              <a:gd name="connsiteX2" fmla="*/ 12192000 w 12192000"/>
              <a:gd name="connsiteY2" fmla="*/ 3960400 h 3960400"/>
              <a:gd name="connsiteX3" fmla="*/ 0 w 12192000"/>
              <a:gd name="connsiteY3" fmla="*/ 3960400 h 3960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0" h="3960400">
                <a:moveTo>
                  <a:pt x="0" y="0"/>
                </a:moveTo>
                <a:lnTo>
                  <a:pt x="12192000" y="0"/>
                </a:lnTo>
                <a:lnTo>
                  <a:pt x="12192000" y="3960400"/>
                </a:lnTo>
                <a:lnTo>
                  <a:pt x="0" y="3960400"/>
                </a:lnTo>
                <a:close/>
              </a:path>
            </a:pathLst>
          </a:custGeom>
        </p:spPr>
      </p:pic>
      <p:sp>
        <p:nvSpPr>
          <p:cNvPr id="2" name="PA-圆角矩形 1"/>
          <p:cNvSpPr/>
          <p:nvPr>
            <p:custDataLst>
              <p:tags r:id="rId4"/>
            </p:custDataLst>
          </p:nvPr>
        </p:nvSpPr>
        <p:spPr>
          <a:xfrm>
            <a:off x="1852295" y="2590165"/>
            <a:ext cx="8696325" cy="3408680"/>
          </a:xfrm>
          <a:prstGeom prst="roundRect">
            <a:avLst>
              <a:gd name="adj" fmla="val 2173"/>
            </a:avLst>
          </a:prstGeom>
          <a:solidFill>
            <a:schemeClr val="bg1"/>
          </a:solidFill>
          <a:ln>
            <a:noFill/>
          </a:ln>
          <a:effectLst>
            <a:outerShdw blurRad="330200" dist="139700" dir="2700000" algn="tl" rotWithShape="0">
              <a:srgbClr val="002060">
                <a:alpha val="21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cxnSp>
        <p:nvCxnSpPr>
          <p:cNvPr id="16" name="PA-直接连接符 15"/>
          <p:cNvCxnSpPr/>
          <p:nvPr>
            <p:custDataLst>
              <p:tags r:id="rId5"/>
            </p:custDataLst>
          </p:nvPr>
        </p:nvCxnSpPr>
        <p:spPr>
          <a:xfrm>
            <a:off x="4161196" y="3069025"/>
            <a:ext cx="0" cy="2242702"/>
          </a:xfrm>
          <a:prstGeom prst="line">
            <a:avLst/>
          </a:prstGeom>
          <a:ln w="12700">
            <a:gradFill>
              <a:gsLst>
                <a:gs pos="49500">
                  <a:srgbClr val="D9D9D9"/>
                </a:gs>
                <a:gs pos="0">
                  <a:schemeClr val="bg1">
                    <a:lumMod val="85000"/>
                    <a:alpha val="0"/>
                  </a:schemeClr>
                </a:gs>
                <a:gs pos="100000">
                  <a:schemeClr val="bg1">
                    <a:lumMod val="85000"/>
                    <a:alpha val="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PA-圆角矩形 13"/>
          <p:cNvSpPr/>
          <p:nvPr>
            <p:custDataLst>
              <p:tags r:id="rId6"/>
            </p:custDataLst>
          </p:nvPr>
        </p:nvSpPr>
        <p:spPr>
          <a:xfrm>
            <a:off x="1842770" y="2590165"/>
            <a:ext cx="3993515" cy="3408680"/>
          </a:xfrm>
          <a:prstGeom prst="roundRect">
            <a:avLst>
              <a:gd name="adj" fmla="val 2173"/>
            </a:avLst>
          </a:prstGeom>
          <a:solidFill>
            <a:srgbClr val="061A64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  <a:sym typeface="+mn-lt"/>
            </a:endParaRPr>
          </a:p>
        </p:txBody>
      </p:sp>
      <p:grpSp>
        <p:nvGrpSpPr>
          <p:cNvPr id="17" name="组合 16"/>
          <p:cNvGrpSpPr/>
          <p:nvPr>
            <p:custDataLst>
              <p:tags r:id="rId7"/>
            </p:custDataLst>
          </p:nvPr>
        </p:nvGrpSpPr>
        <p:grpSpPr>
          <a:xfrm>
            <a:off x="2446378" y="3068975"/>
            <a:ext cx="2952115" cy="1791950"/>
            <a:chOff x="1388023" y="3267730"/>
            <a:chExt cx="2952115" cy="1791950"/>
          </a:xfrm>
        </p:grpSpPr>
        <p:sp>
          <p:nvSpPr>
            <p:cNvPr id="8" name="PA-文本框 7"/>
            <p:cNvSpPr txBox="1"/>
            <p:nvPr>
              <p:custDataLst>
                <p:tags r:id="rId8"/>
              </p:custDataLst>
            </p:nvPr>
          </p:nvSpPr>
          <p:spPr>
            <a:xfrm>
              <a:off x="2015698" y="4660900"/>
              <a:ext cx="1696720" cy="398780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20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  <a:sym typeface="+mn-ea"/>
                </a:rPr>
                <a:t>验证</a:t>
              </a:r>
              <a:endPara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ea"/>
              </a:endParaRPr>
            </a:p>
          </p:txBody>
        </p:sp>
        <p:sp>
          <p:nvSpPr>
            <p:cNvPr id="15" name="PA-文本框 14"/>
            <p:cNvSpPr txBox="1"/>
            <p:nvPr>
              <p:custDataLst>
                <p:tags r:id="rId9"/>
              </p:custDataLst>
            </p:nvPr>
          </p:nvSpPr>
          <p:spPr>
            <a:xfrm>
              <a:off x="1388023" y="3267730"/>
              <a:ext cx="2952115" cy="9220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5400" b="1" i="0" u="none" strike="noStrike" kern="1200" cap="none" spc="0" normalizeH="0" baseline="0" noProof="0" dirty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 pitchFamily="34" charset="0"/>
                  <a:ea typeface="+mn-ea"/>
                  <a:cs typeface="Arial" panose="020B0604020202020204" pitchFamily="34" charset="0"/>
                  <a:sym typeface="+mn-lt"/>
                </a:rPr>
                <a:t>第06部分</a:t>
              </a:r>
              <a:endPara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endParaRPr>
            </a:p>
          </p:txBody>
        </p:sp>
      </p:grpSp>
      <p:sp>
        <p:nvSpPr>
          <p:cNvPr id="36" name="标题 1"/>
          <p:cNvSpPr txBox="1"/>
          <p:nvPr/>
        </p:nvSpPr>
        <p:spPr>
          <a:xfrm>
            <a:off x="4456852" y="228600"/>
            <a:ext cx="32782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indent="0">
              <a:spcBef>
                <a:spcPct val="20000"/>
              </a:spcBef>
              <a:buFont typeface="Arial" panose="020B0604020202020204" pitchFamily="34" charset="0"/>
              <a:buNone/>
              <a:defRPr sz="3200">
                <a:latin typeface="OPPOSans R" panose="00020600040101010101" pitchFamily="18" charset="-122"/>
                <a:ea typeface="OPPOSans R" panose="00020600040101010101" pitchFamily="18" charset="-122"/>
                <a:cs typeface="OPPOSans R" panose="00020600040101010101" pitchFamily="18" charset="-122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/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/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/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/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/>
            </a:lvl9pPr>
          </a:lstStyle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gradFill flip="none" rotWithShape="1">
                  <a:gsLst>
                    <a:gs pos="55000">
                      <a:prstClr val="white"/>
                    </a:gs>
                    <a:gs pos="100000">
                      <a:schemeClr val="accent1">
                        <a:lumMod val="20000"/>
                        <a:lumOff val="80000"/>
                      </a:schemeClr>
                    </a:gs>
                  </a:gsLst>
                  <a:lin ang="0" scaled="1"/>
                  <a:tileRect/>
                </a:gra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  <a:sym typeface="+mn-lt"/>
              </a:rPr>
              <a:t>目录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gradFill flip="none" rotWithShape="1">
                <a:gsLst>
                  <a:gs pos="55000">
                    <a:prstClr val="white"/>
                  </a:gs>
                  <a:gs pos="100000">
                    <a:schemeClr val="accent1">
                      <a:lumMod val="20000"/>
                      <a:lumOff val="80000"/>
                    </a:schemeClr>
                  </a:gs>
                </a:gsLst>
                <a:lin ang="0" scaled="1"/>
                <a:tileRect/>
              </a:gra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  <a:sym typeface="+mn-lt"/>
            </a:endParaRPr>
          </a:p>
        </p:txBody>
      </p:sp>
      <p:sp>
        <p:nvSpPr>
          <p:cNvPr id="6" name="灯片编号占位符 5"/>
          <p:cNvSpPr txBox="1"/>
          <p:nvPr/>
        </p:nvSpPr>
        <p:spPr>
          <a:xfrm>
            <a:off x="10820400" y="6356350"/>
            <a:ext cx="11658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kern="0"/>
            </a:defPPr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>
                <a:latin typeface="Arial" panose="020B0604020202020204" pitchFamily="34" charset="0"/>
                <a:cs typeface="Arial" panose="020B0604020202020204" pitchFamily="34" charset="0"/>
              </a:rPr>
            </a:fld>
            <a:endParaRPr lang="zh-CN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199505" y="3809365"/>
            <a:ext cx="4064000" cy="65278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indent="0" fontAlgn="auto">
              <a:lnSpc>
                <a:spcPct val="200000"/>
              </a:lnSpc>
            </a:pPr>
            <a:r>
              <a:rPr lang="en-US" altLang="zh-CN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6.1 DVP（设计验证计划）</a:t>
            </a:r>
            <a:endParaRPr lang="en-US" altLang="zh-CN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任意多边形 9"/>
          <p:cNvSpPr/>
          <p:nvPr>
            <p:custDataLst>
              <p:tags r:id="rId1"/>
            </p:custDataLst>
          </p:nvPr>
        </p:nvSpPr>
        <p:spPr>
          <a:xfrm>
            <a:off x="412682" y="496697"/>
            <a:ext cx="248854" cy="244860"/>
          </a:xfrm>
          <a:prstGeom prst="donut">
            <a:avLst>
              <a:gd name="adj" fmla="val 17432"/>
            </a:avLst>
          </a:prstGeom>
          <a:gradFill flip="none" rotWithShape="1">
            <a:gsLst>
              <a:gs pos="0">
                <a:schemeClr val="accent1">
                  <a:lumMod val="50000"/>
                  <a:lumOff val="50000"/>
                </a:schemeClr>
              </a:gs>
              <a:gs pos="60000">
                <a:schemeClr val="accent1"/>
              </a:gs>
            </a:gsLst>
            <a:lin ang="10800000" scaled="0"/>
            <a:tileRect/>
          </a:gradFill>
          <a:ln>
            <a:noFill/>
          </a:ln>
          <a:effectLst>
            <a:outerShdw blurRad="88900" dist="88900" dir="5400000" algn="t" rotWithShape="0">
              <a:schemeClr val="accent1">
                <a:alpha val="1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4" name="PA-文本框 63"/>
          <p:cNvSpPr txBox="1"/>
          <p:nvPr>
            <p:custDataLst>
              <p:tags r:id="rId2"/>
            </p:custDataLst>
          </p:nvPr>
        </p:nvSpPr>
        <p:spPr>
          <a:xfrm>
            <a:off x="722630" y="367030"/>
            <a:ext cx="11189335" cy="11372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u="none" strike="noStrike" kern="1200" cap="none" spc="0" normalizeH="0" baseline="0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6.1 DVP（设计验证计划）</a:t>
            </a:r>
            <a:endParaRPr kumimoji="0" lang="en-US" altLang="zh-CN" sz="28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000" b="1" noProof="0">
                <a:ln>
                  <a:noFill/>
                </a:ln>
                <a:solidFill>
                  <a:prstClr val="black">
                    <a:lumMod val="85000"/>
                    <a:lumOff val="15000"/>
                  </a:prst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  <a:sym typeface="+mn-lt"/>
              </a:rPr>
              <a:t>—非装饰塑料件性能要求 - 零件级测试</a:t>
            </a:r>
            <a:endParaRPr lang="en-US" altLang="zh-CN" sz="2000" b="1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altLang="zh-CN" sz="2000" b="1" i="0" u="none" strike="noStrike" kern="1200" cap="none" spc="0" normalizeH="0" baseline="0" noProof="0">
              <a:ln>
                <a:noFill/>
              </a:ln>
              <a:solidFill>
                <a:prstClr val="black">
                  <a:lumMod val="85000"/>
                  <a:lumOff val="15000"/>
                </a:prstClr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  <a:sym typeface="+mn-lt"/>
            </a:endParaRPr>
          </a:p>
        </p:txBody>
      </p:sp>
      <p:graphicFrame>
        <p:nvGraphicFramePr>
          <p:cNvPr id="3" name="表格 2"/>
          <p:cNvGraphicFramePr/>
          <p:nvPr/>
        </p:nvGraphicFramePr>
        <p:xfrm>
          <a:off x="651510" y="1256538"/>
          <a:ext cx="10972800" cy="2067558"/>
        </p:xfrm>
        <a:graphic>
          <a:graphicData uri="http://schemas.openxmlformats.org/drawingml/2006/table">
            <a:tbl>
              <a:tblPr/>
              <a:tblGrid>
                <a:gridCol w="1500505"/>
                <a:gridCol w="60325"/>
                <a:gridCol w="396240"/>
                <a:gridCol w="396240"/>
                <a:gridCol w="396240"/>
                <a:gridCol w="438150"/>
                <a:gridCol w="648335"/>
                <a:gridCol w="588645"/>
                <a:gridCol w="588010"/>
                <a:gridCol w="588645"/>
                <a:gridCol w="389890"/>
                <a:gridCol w="389890"/>
                <a:gridCol w="390525"/>
                <a:gridCol w="389890"/>
                <a:gridCol w="389890"/>
                <a:gridCol w="390525"/>
                <a:gridCol w="389890"/>
                <a:gridCol w="389890"/>
                <a:gridCol w="480695"/>
                <a:gridCol w="389890"/>
                <a:gridCol w="389890"/>
                <a:gridCol w="600710"/>
                <a:gridCol w="389890"/>
              </a:tblGrid>
              <a:tr h="226695"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21">
                  <a:txBody>
                    <a:bodyPr/>
                    <a:lstStyle/>
                    <a:p>
                      <a:pPr algn="ctr" fontAlgn="b"/>
                      <a:r>
                        <a:rPr lang="en-US" altLang="zh-CN" sz="13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材料测试（试片）</a:t>
                      </a:r>
                      <a:endParaRPr lang="en-US" altLang="zh-CN" sz="13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endParaRPr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4块试片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时长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1周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2周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6周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3周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3天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试验名称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耐候性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微划伤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划伤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擦伤(Mar)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热老化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液体斑渍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液体斑渍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内饰耐汗渍性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/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雾化-称重法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气味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车内空气质量(VIAQ)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总挥发性有机物(VOC)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试验方法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SAE J2412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TPJLR.52.009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TPJLR.52.008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TPJLR.52.010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TPJLR.52.352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TPJLR.52.155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TPJLR.52.155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TPJLR.52.156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SAE J1976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VDA 270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TPJLR.52.104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VDA277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</a:tr>
              <a:tr h="318135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说明</a:t>
                      </a: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110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220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440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1430 kJ/m²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方法A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仅皮纹面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500小时颜色评估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水 23℃</a:t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ptos Narrow"/>
                          <a:ea typeface="Aptos Narrow"/>
                        </a:rPr>
                        <a:t/>
                      </a: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/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皂液 23℃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/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水 60℃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/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皂液 60℃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/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水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盐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酸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碱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40℃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80℃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131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零件级状态/报告-材料工程意见</a:t>
                      </a:r>
                      <a:br>
                        <a:rPr lang="en-US" altLang="zh-CN" sz="7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endParaRPr lang="en-US" altLang="zh-CN" sz="7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灰卡(GS)≥4级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灰卡(GS)≥3-4级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仅高光面，无划伤</a:t>
                      </a:r>
                      <a:b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/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dL 最大+0.5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dG 最大1.0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灰卡(GS)≥4级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灰卡(GS)≥4级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灰卡(GS)≥4级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灰卡(GS)≥4级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5"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满足STJLR.51.5229要求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534670"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7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JLR</a:t>
                      </a:r>
                      <a:endParaRPr lang="en-US" altLang="zh-CN" sz="7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表格 11"/>
          <p:cNvGraphicFramePr/>
          <p:nvPr>
            <p:custDataLst>
              <p:tags r:id="rId3"/>
            </p:custDataLst>
          </p:nvPr>
        </p:nvGraphicFramePr>
        <p:xfrm>
          <a:off x="567055" y="3429000"/>
          <a:ext cx="11204575" cy="1973576"/>
        </p:xfrm>
        <a:graphic>
          <a:graphicData uri="http://schemas.openxmlformats.org/drawingml/2006/table">
            <a:tbl>
              <a:tblPr/>
              <a:tblGrid>
                <a:gridCol w="2783205"/>
                <a:gridCol w="111760"/>
                <a:gridCol w="1124585"/>
                <a:gridCol w="1046480"/>
                <a:gridCol w="1279525"/>
                <a:gridCol w="1091565"/>
                <a:gridCol w="1225550"/>
                <a:gridCol w="1201420"/>
                <a:gridCol w="1340485"/>
              </a:tblGrid>
              <a:tr h="280670"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7">
                  <a:txBody>
                    <a:bodyPr/>
                    <a:lstStyle/>
                    <a:p>
                      <a:pPr algn="ctr" fontAlgn="b"/>
                      <a:r>
                        <a:rPr lang="en-US" altLang="zh-CN" sz="18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零件测试</a:t>
                      </a:r>
                      <a:endParaRPr lang="en-US" altLang="zh-CN" sz="18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>
                      <a:noFill/>
                    </a:lnR>
                    <a:lnT w="1270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endParaRPr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时长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10天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7天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3天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1天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3天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4天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8067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试验名称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装配测试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仅吸湿性材料-装配测试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仅皮纹面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仅带金属紧固件的零件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试验方法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TPJLR.52.353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TPJLR.52.352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TPJLR.52.351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TPJLR.52.008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TPJLR.52.010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详见STJLR.00.5235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说明</a:t>
                      </a: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CC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加速环境老化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耐热老化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耐湿性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划伤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擦伤(Mar)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腐蚀-72小时湿热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循环腐蚀-潮湿区域4个循环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1783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零件级状态/报告-材料工程意见</a:t>
                      </a:r>
                      <a:br>
                        <a:rPr lang="en-US" altLang="zh-CN" sz="900" b="1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</a:br>
                      <a:endParaRPr lang="en-US" altLang="zh-CN" sz="900" b="1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ctr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168小时评估变形等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>
                      <a:noFill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 hMerge="1">
                  <a:txBody>
                    <a:bodyPr/>
                    <a:p/>
                  </a:txBody>
                  <a:tcP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p/>
                  </a:txBody>
                  <a:tcPr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dL 最大+0.5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dG 最大0.6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FF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</a:tr>
              <a:tr h="143510"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供应商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供应商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供应商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altLang="zh-CN" sz="900" b="0" i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</a:rPr>
                        <a:t>供应商</a:t>
                      </a:r>
                      <a:endParaRPr lang="en-US" altLang="zh-CN"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sz="900" b="0" i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</a:endParaRPr>
                    </a:p>
                  </a:txBody>
                  <a:tcPr marL="6667" marR="6667" marT="6667" marB="0" anchor="b">
                    <a:lnL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0"/>
                      </a:solidFill>
                      <a:prstDash val="solid"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</a:tbl>
          </a:graphicData>
        </a:graphic>
      </p:graphicFrame>
      <p:sp>
        <p:nvSpPr>
          <p:cNvPr id="13" name="文本框 12"/>
          <p:cNvSpPr txBox="1"/>
          <p:nvPr/>
        </p:nvSpPr>
        <p:spPr>
          <a:xfrm>
            <a:off x="567055" y="5694045"/>
            <a:ext cx="9552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试验评估完成；未发现问题。</a:t>
            </a:r>
            <a:endParaRPr lang="en-US" altLang="zh-CN"/>
          </a:p>
          <a:p>
            <a:r>
              <a:rPr lang="en-US" altLang="zh-CN">
                <a:highlight>
                  <a:srgbClr val="FFFF00"/>
                </a:highlight>
              </a:rPr>
              <a:t>问题：未标注RASIC的测试由JLR还是金榕执行？</a:t>
            </a:r>
            <a:endParaRPr lang="en-US" altLang="zh-CN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-矩形 5"/>
          <p:cNvSpPr/>
          <p:nvPr>
            <p:custDataLst>
              <p:tags r:id="rId1"/>
            </p:custDataLst>
          </p:nvPr>
        </p:nvSpPr>
        <p:spPr>
          <a:xfrm>
            <a:off x="-30821" y="-23314"/>
            <a:ext cx="12231673" cy="6881586"/>
          </a:xfrm>
          <a:prstGeom prst="rect">
            <a:avLst/>
          </a:prstGeom>
          <a:gradFill>
            <a:gsLst>
              <a:gs pos="100000">
                <a:srgbClr val="061A64"/>
              </a:gs>
              <a:gs pos="0">
                <a:srgbClr val="061A64"/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3" name="PA-组合 2"/>
          <p:cNvGrpSpPr/>
          <p:nvPr>
            <p:custDataLst>
              <p:tags r:id="rId2"/>
            </p:custDataLst>
          </p:nvPr>
        </p:nvGrpSpPr>
        <p:grpSpPr>
          <a:xfrm>
            <a:off x="213569" y="-252713"/>
            <a:ext cx="3092998" cy="3920755"/>
            <a:chOff x="-10047009" y="6683958"/>
            <a:chExt cx="3449347" cy="4372472"/>
          </a:xfrm>
        </p:grpSpPr>
        <p:sp>
          <p:nvSpPr>
            <p:cNvPr id="4" name="PA-圆角矩形 3"/>
            <p:cNvSpPr/>
            <p:nvPr>
              <p:custDataLst>
                <p:tags r:id="rId3"/>
              </p:custDataLst>
            </p:nvPr>
          </p:nvSpPr>
          <p:spPr>
            <a:xfrm>
              <a:off x="-9195285" y="6683958"/>
              <a:ext cx="1747321" cy="1747321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5" name="PA-圆角矩形 4"/>
            <p:cNvSpPr/>
            <p:nvPr>
              <p:custDataLst>
                <p:tags r:id="rId4"/>
              </p:custDataLst>
            </p:nvPr>
          </p:nvSpPr>
          <p:spPr>
            <a:xfrm>
              <a:off x="-9526285" y="9753107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7" name="PA-圆角矩形 6"/>
            <p:cNvSpPr/>
            <p:nvPr>
              <p:custDataLst>
                <p:tags r:id="rId5"/>
              </p:custDataLst>
            </p:nvPr>
          </p:nvSpPr>
          <p:spPr>
            <a:xfrm>
              <a:off x="-7491331" y="8344206"/>
              <a:ext cx="893669" cy="893669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2" name="PA-圆角矩形 11"/>
            <p:cNvSpPr/>
            <p:nvPr>
              <p:custDataLst>
                <p:tags r:id="rId6"/>
              </p:custDataLst>
            </p:nvPr>
          </p:nvSpPr>
          <p:spPr>
            <a:xfrm>
              <a:off x="-8435401" y="9237875"/>
              <a:ext cx="987437" cy="987437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3" name="PA-圆角矩形 12"/>
            <p:cNvSpPr/>
            <p:nvPr>
              <p:custDataLst>
                <p:tags r:id="rId7"/>
              </p:custDataLst>
            </p:nvPr>
          </p:nvSpPr>
          <p:spPr>
            <a:xfrm>
              <a:off x="-10047009" y="8811491"/>
              <a:ext cx="1303323" cy="1303323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4" name="PA-圆角矩形 13"/>
            <p:cNvSpPr/>
            <p:nvPr>
              <p:custDataLst>
                <p:tags r:id="rId8"/>
              </p:custDataLst>
            </p:nvPr>
          </p:nvSpPr>
          <p:spPr>
            <a:xfrm>
              <a:off x="-9453073" y="8146920"/>
              <a:ext cx="433608" cy="433608"/>
            </a:xfrm>
            <a:prstGeom prst="roundRect">
              <a:avLst>
                <a:gd name="adj" fmla="val 6636"/>
              </a:avLst>
            </a:prstGeom>
            <a:solidFill>
              <a:schemeClr val="bg1">
                <a:alpha val="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15" name="PA-圆角矩形 14"/>
          <p:cNvSpPr/>
          <p:nvPr>
            <p:custDataLst>
              <p:tags r:id="rId9"/>
            </p:custDataLst>
          </p:nvPr>
        </p:nvSpPr>
        <p:spPr>
          <a:xfrm>
            <a:off x="1588397" y="4158553"/>
            <a:ext cx="1437506" cy="1437506"/>
          </a:xfrm>
          <a:prstGeom prst="roundRect">
            <a:avLst>
              <a:gd name="adj" fmla="val 6636"/>
            </a:avLst>
          </a:prstGeom>
          <a:solidFill>
            <a:schemeClr val="bg1">
              <a:alpha val="8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5" name="PA-圆角矩形 24"/>
          <p:cNvSpPr/>
          <p:nvPr>
            <p:custDataLst>
              <p:tags r:id="rId10"/>
            </p:custDataLst>
          </p:nvPr>
        </p:nvSpPr>
        <p:spPr>
          <a:xfrm>
            <a:off x="10210505" y="4622687"/>
            <a:ext cx="619057" cy="619057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6" name="PA-圆角矩形 25"/>
          <p:cNvSpPr/>
          <p:nvPr>
            <p:custDataLst>
              <p:tags r:id="rId11"/>
            </p:custDataLst>
          </p:nvPr>
        </p:nvSpPr>
        <p:spPr>
          <a:xfrm>
            <a:off x="10630329" y="5023721"/>
            <a:ext cx="398466" cy="398466"/>
          </a:xfrm>
          <a:prstGeom prst="roundRect">
            <a:avLst>
              <a:gd name="adj" fmla="val 6636"/>
            </a:avLst>
          </a:prstGeom>
          <a:solidFill>
            <a:schemeClr val="bg1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27" name="PA-圆角矩形 26"/>
          <p:cNvSpPr/>
          <p:nvPr>
            <p:custDataLst>
              <p:tags r:id="rId12"/>
            </p:custDataLst>
          </p:nvPr>
        </p:nvSpPr>
        <p:spPr>
          <a:xfrm>
            <a:off x="10399847" y="3984681"/>
            <a:ext cx="1437506" cy="1437506"/>
          </a:xfrm>
          <a:prstGeom prst="roundRect">
            <a:avLst>
              <a:gd name="adj" fmla="val 6636"/>
            </a:avLst>
          </a:prstGeom>
          <a:solidFill>
            <a:schemeClr val="bg1">
              <a:alpha val="8000"/>
            </a:schemeClr>
          </a:solidFill>
          <a:ln>
            <a:noFill/>
          </a:ln>
          <a:effectLst>
            <a:softEdge rad="279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  <a:sym typeface="+mn-lt"/>
            </a:endParaRPr>
          </a:p>
        </p:txBody>
      </p:sp>
      <p:pic>
        <p:nvPicPr>
          <p:cNvPr id="30" name="PA-图片 29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 cstate="screen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p:blipFill>
        <p:spPr>
          <a:xfrm>
            <a:off x="0" y="4856218"/>
            <a:ext cx="7431314" cy="2001783"/>
          </a:xfrm>
          <a:custGeom>
            <a:avLst/>
            <a:gdLst>
              <a:gd name="connsiteX0" fmla="*/ 0 w 6796088"/>
              <a:gd name="connsiteY0" fmla="*/ 0 h 2001783"/>
              <a:gd name="connsiteX1" fmla="*/ 6796088 w 6796088"/>
              <a:gd name="connsiteY1" fmla="*/ 0 h 2001783"/>
              <a:gd name="connsiteX2" fmla="*/ 6796088 w 6796088"/>
              <a:gd name="connsiteY2" fmla="*/ 2001783 h 2001783"/>
              <a:gd name="connsiteX3" fmla="*/ 0 w 6796088"/>
              <a:gd name="connsiteY3" fmla="*/ 2001783 h 20017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796088" h="2001783">
                <a:moveTo>
                  <a:pt x="0" y="0"/>
                </a:moveTo>
                <a:lnTo>
                  <a:pt x="6796088" y="0"/>
                </a:lnTo>
                <a:lnTo>
                  <a:pt x="6796088" y="2001783"/>
                </a:lnTo>
                <a:lnTo>
                  <a:pt x="0" y="2001783"/>
                </a:lnTo>
                <a:close/>
              </a:path>
            </a:pathLst>
          </a:custGeom>
        </p:spPr>
      </p:pic>
      <p:pic>
        <p:nvPicPr>
          <p:cNvPr id="2" name="PA-图片 1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 cstate="screen">
            <a:duotone>
              <a:prstClr val="black"/>
              <a:schemeClr val="accent4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brightnessContrast bright="100000"/>
                    </a14:imgEffect>
                    <a14:imgEffect>
                      <a14:saturation sat="33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 rot="338689">
            <a:off x="6862656" y="2011494"/>
            <a:ext cx="6204422" cy="5910376"/>
          </a:xfrm>
          <a:prstGeom prst="rect">
            <a:avLst/>
          </a:prstGeom>
        </p:spPr>
      </p:pic>
      <p:cxnSp>
        <p:nvCxnSpPr>
          <p:cNvPr id="10" name="PA-直接连接符 9"/>
          <p:cNvCxnSpPr/>
          <p:nvPr>
            <p:custDataLst>
              <p:tags r:id="rId19"/>
            </p:custDataLst>
          </p:nvPr>
        </p:nvCxnSpPr>
        <p:spPr>
          <a:xfrm>
            <a:off x="801625" y="3733800"/>
            <a:ext cx="661618" cy="0"/>
          </a:xfrm>
          <a:prstGeom prst="line">
            <a:avLst/>
          </a:prstGeom>
          <a:ln w="12700">
            <a:solidFill>
              <a:srgbClr val="6184D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PA-文本框 7"/>
          <p:cNvSpPr txBox="1"/>
          <p:nvPr>
            <p:custDataLst>
              <p:tags r:id="rId20"/>
            </p:custDataLst>
          </p:nvPr>
        </p:nvSpPr>
        <p:spPr>
          <a:xfrm>
            <a:off x="685800" y="2133601"/>
            <a:ext cx="8607550" cy="1524000"/>
          </a:xfrm>
          <a:prstGeom prst="rect">
            <a:avLst/>
          </a:prstGeom>
          <a:noFill/>
          <a:ln>
            <a:noFill/>
          </a:ln>
          <a:effectLst/>
        </p:spPr>
        <p:txBody>
          <a:bodyPr rot="0" spcFirstLastPara="0" vertOverflow="overflow" horzOverflow="overflow" vert="horz" wrap="square" lIns="91433" tIns="45716" rIns="91433" bIns="45716" numCol="1" spcCol="0" rtlCol="0" fromWordArt="0" anchor="t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88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charset="-122"/>
                <a:cs typeface="+mn-ea"/>
                <a:sym typeface="+mn-lt"/>
              </a:rPr>
              <a:t>谢谢！</a:t>
            </a:r>
            <a:r>
              <a:rPr kumimoji="0" lang="zh-CN" altLang="en-US" sz="88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 Black" panose="020B0A04020102020204" charset="0"/>
                <a:ea typeface="微软雅黑" panose="020B0503020204020204" charset="-122"/>
                <a:cs typeface="+mn-ea"/>
                <a:sym typeface="+mn-lt"/>
              </a:rPr>
              <a:t/>
            </a:r>
            <a:endParaRPr kumimoji="0" lang="en-US" altLang="zh-CN" sz="8800" b="0" i="0" u="none" strike="noStrike" kern="1200" cap="all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 Black" panose="020B0A04020102020204" charset="0"/>
              <a:ea typeface="微软雅黑" panose="020B0503020204020204" charset="-122"/>
              <a:cs typeface="+mn-ea"/>
              <a:sym typeface="+mn-lt"/>
            </a:endParaRPr>
          </a:p>
        </p:txBody>
      </p:sp>
      <p:grpSp>
        <p:nvGrpSpPr>
          <p:cNvPr id="20" name="PA-组合 19"/>
          <p:cNvGrpSpPr/>
          <p:nvPr>
            <p:custDataLst>
              <p:tags r:id="rId21"/>
            </p:custDataLst>
          </p:nvPr>
        </p:nvGrpSpPr>
        <p:grpSpPr>
          <a:xfrm>
            <a:off x="1295400" y="4038600"/>
            <a:ext cx="4928505" cy="484573"/>
            <a:chOff x="1472081" y="4254044"/>
            <a:chExt cx="4928505" cy="484573"/>
          </a:xfrm>
        </p:grpSpPr>
        <p:sp>
          <p:nvSpPr>
            <p:cNvPr id="11" name="PA-文本框 10"/>
            <p:cNvSpPr txBox="1"/>
            <p:nvPr>
              <p:custDataLst>
                <p:tags r:id="rId22"/>
              </p:custDataLst>
            </p:nvPr>
          </p:nvSpPr>
          <p:spPr>
            <a:xfrm>
              <a:off x="1472081" y="4254044"/>
              <a:ext cx="2235371" cy="30693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公司地址</a:t>
              </a:r>
              <a:endParaRPr kumimoji="0" lang="en-US" altLang="zh-CN" sz="1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  <p:sp>
          <p:nvSpPr>
            <p:cNvPr id="16" name="PA-文本框 15"/>
            <p:cNvSpPr txBox="1"/>
            <p:nvPr>
              <p:custDataLst>
                <p:tags r:id="rId23"/>
              </p:custDataLst>
            </p:nvPr>
          </p:nvSpPr>
          <p:spPr>
            <a:xfrm>
              <a:off x="1472081" y="4492652"/>
              <a:ext cx="4928505" cy="2459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marL="0" marR="0" lvl="0" indent="0" algn="l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ea"/>
                  <a:sym typeface="+mn-lt"/>
                </a:rPr>
                <a:t>No. 58, Lane 2400, Baoan Highway, Baoshan District. Shanghal, China 201907</a:t>
              </a:r>
              <a:endPara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1" name="PA-图形 61"/>
          <p:cNvSpPr/>
          <p:nvPr>
            <p:custDataLst>
              <p:tags r:id="rId24"/>
            </p:custDataLst>
          </p:nvPr>
        </p:nvSpPr>
        <p:spPr>
          <a:xfrm>
            <a:off x="885320" y="4114800"/>
            <a:ext cx="228600" cy="266656"/>
          </a:xfrm>
          <a:custGeom>
            <a:avLst/>
            <a:gdLst>
              <a:gd name="connsiteX0" fmla="*/ 700050 w 1400100"/>
              <a:gd name="connsiteY0" fmla="*/ 933338 h 1633202"/>
              <a:gd name="connsiteX1" fmla="*/ 933338 w 1400100"/>
              <a:gd name="connsiteY1" fmla="*/ 700050 h 1633202"/>
              <a:gd name="connsiteX2" fmla="*/ 700050 w 1400100"/>
              <a:gd name="connsiteY2" fmla="*/ 466762 h 1633202"/>
              <a:gd name="connsiteX3" fmla="*/ 466762 w 1400100"/>
              <a:gd name="connsiteY3" fmla="*/ 700050 h 1633202"/>
              <a:gd name="connsiteX4" fmla="*/ 700050 w 1400100"/>
              <a:gd name="connsiteY4" fmla="*/ 933338 h 1633202"/>
              <a:gd name="connsiteX5" fmla="*/ 700050 w 1400100"/>
              <a:gd name="connsiteY5" fmla="*/ 1633203 h 1633202"/>
              <a:gd name="connsiteX6" fmla="*/ 0 w 1400100"/>
              <a:gd name="connsiteY6" fmla="*/ 700050 h 1633202"/>
              <a:gd name="connsiteX7" fmla="*/ 700050 w 1400100"/>
              <a:gd name="connsiteY7" fmla="*/ 0 h 1633202"/>
              <a:gd name="connsiteX8" fmla="*/ 1400101 w 1400100"/>
              <a:gd name="connsiteY8" fmla="*/ 700050 h 1633202"/>
              <a:gd name="connsiteX9" fmla="*/ 700050 w 1400100"/>
              <a:gd name="connsiteY9" fmla="*/ 1633203 h 16332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400100" h="1633202">
                <a:moveTo>
                  <a:pt x="700050" y="933338"/>
                </a:moveTo>
                <a:cubicBezTo>
                  <a:pt x="828973" y="933338"/>
                  <a:pt x="933338" y="828787"/>
                  <a:pt x="933338" y="700050"/>
                </a:cubicBezTo>
                <a:cubicBezTo>
                  <a:pt x="933338" y="571314"/>
                  <a:pt x="828787" y="466762"/>
                  <a:pt x="700050" y="466762"/>
                </a:cubicBezTo>
                <a:cubicBezTo>
                  <a:pt x="571314" y="466762"/>
                  <a:pt x="466762" y="571128"/>
                  <a:pt x="466762" y="700050"/>
                </a:cubicBezTo>
                <a:cubicBezTo>
                  <a:pt x="466762" y="828973"/>
                  <a:pt x="571128" y="933338"/>
                  <a:pt x="700050" y="933338"/>
                </a:cubicBezTo>
                <a:close/>
                <a:moveTo>
                  <a:pt x="700050" y="1633203"/>
                </a:moveTo>
                <a:cubicBezTo>
                  <a:pt x="233474" y="1268760"/>
                  <a:pt x="0" y="957709"/>
                  <a:pt x="0" y="700050"/>
                </a:cubicBezTo>
                <a:cubicBezTo>
                  <a:pt x="0" y="313469"/>
                  <a:pt x="313469" y="0"/>
                  <a:pt x="700050" y="0"/>
                </a:cubicBezTo>
                <a:cubicBezTo>
                  <a:pt x="1086631" y="0"/>
                  <a:pt x="1400101" y="313469"/>
                  <a:pt x="1400101" y="700050"/>
                </a:cubicBezTo>
                <a:cubicBezTo>
                  <a:pt x="1400101" y="957709"/>
                  <a:pt x="1166626" y="1268760"/>
                  <a:pt x="700050" y="1633203"/>
                </a:cubicBezTo>
                <a:close/>
              </a:path>
            </a:pathLst>
          </a:custGeom>
          <a:solidFill>
            <a:srgbClr val="6184D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wrap="none" lIns="64008" tIns="32004" rIns="64008" bIns="32004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OPPOSans M" panose="00020600040101010101" charset="-122"/>
              <a:ea typeface="OPPOSans M" panose="00020600040101010101" charset="-122"/>
              <a:cs typeface="+mn-c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295400" y="4495800"/>
            <a:ext cx="6690166" cy="1383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Presented by: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Yang WANG | Tracy Wang</a:t>
            </a:r>
            <a:endParaRPr kumimoji="0" lang="en-US" altLang="zh-CN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Mobile:</a:t>
            </a: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 +86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18516530077 |</a:t>
            </a:r>
            <a:r>
              <a:rPr lang="zh-CN" altLang="en-US" sz="1400" b="1" kern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  <a:sym typeface="+mn-ea"/>
              </a:rPr>
              <a:t> +86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15921853685</a:t>
            </a:r>
            <a:endParaRPr kumimoji="0" lang="en-US" altLang="zh-CN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  <a:p>
            <a:pPr marL="0" marR="0" lvl="0" indent="0" defTabSz="91440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Email: </a:t>
            </a:r>
            <a:r>
              <a:rPr kumimoji="0" lang="en-US" altLang="zh-CN" sz="1400" b="1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ea"/>
              </a:rPr>
              <a:t>wangyang@jinronggroup.cn | tracy@jinronggroup.cn</a:t>
            </a:r>
            <a:endParaRPr kumimoji="0" lang="en-US" altLang="zh-CN" sz="1400" b="1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ea"/>
            </a:endParaRPr>
          </a:p>
        </p:txBody>
      </p:sp>
      <p:sp>
        <p:nvSpPr>
          <p:cNvPr id="9" name="new-email-envelope_20520"/>
          <p:cNvSpPr/>
          <p:nvPr/>
        </p:nvSpPr>
        <p:spPr>
          <a:xfrm>
            <a:off x="896360" y="5562600"/>
            <a:ext cx="246640" cy="180229"/>
          </a:xfrm>
          <a:custGeom>
            <a:avLst/>
            <a:gdLst>
              <a:gd name="connsiteX0" fmla="*/ 218748 w 607427"/>
              <a:gd name="connsiteY0" fmla="*/ 211767 h 379713"/>
              <a:gd name="connsiteX1" fmla="*/ 303678 w 607427"/>
              <a:gd name="connsiteY1" fmla="*/ 286283 h 379713"/>
              <a:gd name="connsiteX2" fmla="*/ 388608 w 607427"/>
              <a:gd name="connsiteY2" fmla="*/ 211767 h 379713"/>
              <a:gd name="connsiteX3" fmla="*/ 580118 w 607427"/>
              <a:gd name="connsiteY3" fmla="*/ 379713 h 379713"/>
              <a:gd name="connsiteX4" fmla="*/ 27238 w 607427"/>
              <a:gd name="connsiteY4" fmla="*/ 379713 h 379713"/>
              <a:gd name="connsiteX5" fmla="*/ 607427 w 607427"/>
              <a:gd name="connsiteY5" fmla="*/ 19970 h 379713"/>
              <a:gd name="connsiteX6" fmla="*/ 607427 w 607427"/>
              <a:gd name="connsiteY6" fmla="*/ 359531 h 379713"/>
              <a:gd name="connsiteX7" fmla="*/ 413725 w 607427"/>
              <a:gd name="connsiteY7" fmla="*/ 189751 h 379713"/>
              <a:gd name="connsiteX8" fmla="*/ 0 w 607427"/>
              <a:gd name="connsiteY8" fmla="*/ 19970 h 379713"/>
              <a:gd name="connsiteX9" fmla="*/ 193561 w 607427"/>
              <a:gd name="connsiteY9" fmla="*/ 189751 h 379713"/>
              <a:gd name="connsiteX10" fmla="*/ 0 w 607427"/>
              <a:gd name="connsiteY10" fmla="*/ 359531 h 379713"/>
              <a:gd name="connsiteX11" fmla="*/ 27379 w 607427"/>
              <a:gd name="connsiteY11" fmla="*/ 0 h 379713"/>
              <a:gd name="connsiteX12" fmla="*/ 579906 w 607427"/>
              <a:gd name="connsiteY12" fmla="*/ 0 h 379713"/>
              <a:gd name="connsiteX13" fmla="*/ 303694 w 607427"/>
              <a:gd name="connsiteY13" fmla="*/ 242251 h 37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07427" h="379713">
                <a:moveTo>
                  <a:pt x="218748" y="211767"/>
                </a:moveTo>
                <a:lnTo>
                  <a:pt x="303678" y="286283"/>
                </a:lnTo>
                <a:lnTo>
                  <a:pt x="388608" y="211767"/>
                </a:lnTo>
                <a:lnTo>
                  <a:pt x="580118" y="379713"/>
                </a:lnTo>
                <a:lnTo>
                  <a:pt x="27238" y="379713"/>
                </a:lnTo>
                <a:close/>
                <a:moveTo>
                  <a:pt x="607427" y="19970"/>
                </a:moveTo>
                <a:lnTo>
                  <a:pt x="607427" y="359531"/>
                </a:lnTo>
                <a:lnTo>
                  <a:pt x="413725" y="189751"/>
                </a:lnTo>
                <a:close/>
                <a:moveTo>
                  <a:pt x="0" y="19970"/>
                </a:moveTo>
                <a:lnTo>
                  <a:pt x="193561" y="189751"/>
                </a:lnTo>
                <a:lnTo>
                  <a:pt x="0" y="359531"/>
                </a:lnTo>
                <a:close/>
                <a:moveTo>
                  <a:pt x="27379" y="0"/>
                </a:moveTo>
                <a:lnTo>
                  <a:pt x="579906" y="0"/>
                </a:lnTo>
                <a:lnTo>
                  <a:pt x="303694" y="242251"/>
                </a:lnTo>
                <a:close/>
              </a:path>
            </a:pathLst>
          </a:custGeom>
          <a:solidFill>
            <a:srgbClr val="6184D1"/>
          </a:soli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117958" tIns="58979" rIns="117958" bIns="58979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sp>
        <p:nvSpPr>
          <p:cNvPr id="19" name="phone_134744"/>
          <p:cNvSpPr/>
          <p:nvPr/>
        </p:nvSpPr>
        <p:spPr>
          <a:xfrm>
            <a:off x="891803" y="5105400"/>
            <a:ext cx="215635" cy="210643"/>
          </a:xfrm>
          <a:custGeom>
            <a:avLst/>
            <a:gdLst>
              <a:gd name="T0" fmla="*/ 722 w 735"/>
              <a:gd name="T1" fmla="*/ 545 h 719"/>
              <a:gd name="T2" fmla="*/ 598 w 735"/>
              <a:gd name="T3" fmla="*/ 438 h 719"/>
              <a:gd name="T4" fmla="*/ 562 w 735"/>
              <a:gd name="T5" fmla="*/ 427 h 719"/>
              <a:gd name="T6" fmla="*/ 521 w 735"/>
              <a:gd name="T7" fmla="*/ 450 h 719"/>
              <a:gd name="T8" fmla="*/ 487 w 735"/>
              <a:gd name="T9" fmla="*/ 488 h 719"/>
              <a:gd name="T10" fmla="*/ 403 w 735"/>
              <a:gd name="T11" fmla="*/ 479 h 719"/>
              <a:gd name="T12" fmla="*/ 250 w 735"/>
              <a:gd name="T13" fmla="*/ 326 h 719"/>
              <a:gd name="T14" fmla="*/ 241 w 735"/>
              <a:gd name="T15" fmla="*/ 242 h 719"/>
              <a:gd name="T16" fmla="*/ 280 w 735"/>
              <a:gd name="T17" fmla="*/ 208 h 719"/>
              <a:gd name="T18" fmla="*/ 300 w 735"/>
              <a:gd name="T19" fmla="*/ 181 h 719"/>
              <a:gd name="T20" fmla="*/ 292 w 735"/>
              <a:gd name="T21" fmla="*/ 131 h 719"/>
              <a:gd name="T22" fmla="*/ 184 w 735"/>
              <a:gd name="T23" fmla="*/ 8 h 719"/>
              <a:gd name="T24" fmla="*/ 153 w 735"/>
              <a:gd name="T25" fmla="*/ 0 h 719"/>
              <a:gd name="T26" fmla="*/ 107 w 735"/>
              <a:gd name="T27" fmla="*/ 19 h 719"/>
              <a:gd name="T28" fmla="*/ 73 w 735"/>
              <a:gd name="T29" fmla="*/ 53 h 719"/>
              <a:gd name="T30" fmla="*/ 15 w 735"/>
              <a:gd name="T31" fmla="*/ 233 h 719"/>
              <a:gd name="T32" fmla="*/ 125 w 735"/>
              <a:gd name="T33" fmla="*/ 408 h 719"/>
              <a:gd name="T34" fmla="*/ 322 w 735"/>
              <a:gd name="T35" fmla="*/ 604 h 719"/>
              <a:gd name="T36" fmla="*/ 539 w 735"/>
              <a:gd name="T37" fmla="*/ 719 h 719"/>
              <a:gd name="T38" fmla="*/ 539 w 735"/>
              <a:gd name="T39" fmla="*/ 719 h 719"/>
              <a:gd name="T40" fmla="*/ 676 w 735"/>
              <a:gd name="T41" fmla="*/ 657 h 719"/>
              <a:gd name="T42" fmla="*/ 710 w 735"/>
              <a:gd name="T43" fmla="*/ 623 h 719"/>
              <a:gd name="T44" fmla="*/ 722 w 735"/>
              <a:gd name="T45" fmla="*/ 545 h 7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</a:cxnLst>
            <a:rect l="0" t="0" r="r" b="b"/>
            <a:pathLst>
              <a:path w="735" h="719">
                <a:moveTo>
                  <a:pt x="722" y="545"/>
                </a:moveTo>
                <a:cubicBezTo>
                  <a:pt x="695" y="495"/>
                  <a:pt x="602" y="440"/>
                  <a:pt x="598" y="438"/>
                </a:cubicBezTo>
                <a:cubicBezTo>
                  <a:pt x="586" y="431"/>
                  <a:pt x="573" y="427"/>
                  <a:pt x="562" y="427"/>
                </a:cubicBezTo>
                <a:cubicBezTo>
                  <a:pt x="544" y="427"/>
                  <a:pt x="530" y="435"/>
                  <a:pt x="521" y="450"/>
                </a:cubicBezTo>
                <a:cubicBezTo>
                  <a:pt x="508" y="466"/>
                  <a:pt x="491" y="485"/>
                  <a:pt x="487" y="488"/>
                </a:cubicBezTo>
                <a:cubicBezTo>
                  <a:pt x="455" y="509"/>
                  <a:pt x="430" y="507"/>
                  <a:pt x="403" y="479"/>
                </a:cubicBezTo>
                <a:lnTo>
                  <a:pt x="250" y="326"/>
                </a:lnTo>
                <a:cubicBezTo>
                  <a:pt x="223" y="299"/>
                  <a:pt x="220" y="274"/>
                  <a:pt x="241" y="242"/>
                </a:cubicBezTo>
                <a:cubicBezTo>
                  <a:pt x="244" y="238"/>
                  <a:pt x="263" y="221"/>
                  <a:pt x="280" y="208"/>
                </a:cubicBezTo>
                <a:cubicBezTo>
                  <a:pt x="290" y="202"/>
                  <a:pt x="297" y="192"/>
                  <a:pt x="300" y="181"/>
                </a:cubicBezTo>
                <a:cubicBezTo>
                  <a:pt x="304" y="166"/>
                  <a:pt x="301" y="149"/>
                  <a:pt x="292" y="131"/>
                </a:cubicBezTo>
                <a:cubicBezTo>
                  <a:pt x="289" y="127"/>
                  <a:pt x="234" y="34"/>
                  <a:pt x="184" y="8"/>
                </a:cubicBezTo>
                <a:cubicBezTo>
                  <a:pt x="174" y="3"/>
                  <a:pt x="164" y="0"/>
                  <a:pt x="153" y="0"/>
                </a:cubicBezTo>
                <a:cubicBezTo>
                  <a:pt x="135" y="0"/>
                  <a:pt x="119" y="7"/>
                  <a:pt x="107" y="19"/>
                </a:cubicBezTo>
                <a:lnTo>
                  <a:pt x="73" y="53"/>
                </a:lnTo>
                <a:cubicBezTo>
                  <a:pt x="19" y="107"/>
                  <a:pt x="0" y="167"/>
                  <a:pt x="15" y="233"/>
                </a:cubicBezTo>
                <a:cubicBezTo>
                  <a:pt x="28" y="289"/>
                  <a:pt x="65" y="347"/>
                  <a:pt x="125" y="408"/>
                </a:cubicBezTo>
                <a:lnTo>
                  <a:pt x="322" y="604"/>
                </a:lnTo>
                <a:cubicBezTo>
                  <a:pt x="398" y="680"/>
                  <a:pt x="471" y="719"/>
                  <a:pt x="539" y="719"/>
                </a:cubicBezTo>
                <a:lnTo>
                  <a:pt x="539" y="719"/>
                </a:lnTo>
                <a:cubicBezTo>
                  <a:pt x="588" y="719"/>
                  <a:pt x="634" y="698"/>
                  <a:pt x="676" y="657"/>
                </a:cubicBezTo>
                <a:lnTo>
                  <a:pt x="710" y="623"/>
                </a:lnTo>
                <a:cubicBezTo>
                  <a:pt x="730" y="602"/>
                  <a:pt x="735" y="571"/>
                  <a:pt x="722" y="545"/>
                </a:cubicBezTo>
                <a:close/>
              </a:path>
            </a:pathLst>
          </a:custGeom>
          <a:solidFill>
            <a:srgbClr val="6184D1"/>
          </a:solidFill>
          <a:ln w="9525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117958" tIns="58979" rIns="117958" bIns="58979" numCol="1" spcCol="0" rtlCol="0" fromWordArt="0" anchor="ctr" anchorCtr="0" forceAA="0" compatLnSpc="1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23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OPPOSans M" panose="00020600040101010101" charset="-122"/>
              <a:cs typeface="+mn-cs"/>
            </a:endParaRPr>
          </a:p>
        </p:txBody>
      </p:sp>
      <p:pic>
        <p:nvPicPr>
          <p:cNvPr id="23" name="图形 22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47220" y="4648200"/>
            <a:ext cx="304800" cy="304800"/>
          </a:xfrm>
          <a:prstGeom prst="rect">
            <a:avLst/>
          </a:prstGeom>
        </p:spPr>
      </p:pic>
      <p:pic>
        <p:nvPicPr>
          <p:cNvPr id="22" name="picture 6"/>
          <p:cNvPicPr/>
          <p:nvPr/>
        </p:nvPicPr>
        <p:blipFill>
          <a:blip r:embed="rId27"/>
          <a:stretch>
            <a:fillRect/>
          </a:stretch>
        </p:blipFill>
        <p:spPr>
          <a:xfrm rot="21600000">
            <a:off x="746125" y="1321435"/>
            <a:ext cx="3220720" cy="478155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THUMBS_INDEX" val="1、4、7、8、10、11、12、13、15"/>
</p:tagLst>
</file>

<file path=ppt/tags/tag2.xml><?xml version="1.0" encoding="utf-8"?>
<p:tagLst xmlns:p="http://schemas.openxmlformats.org/presentationml/2006/main">
  <p:tag name="PA" val="v5.2.11"/>
</p:tagLst>
</file>

<file path=ppt/tags/tag3.xml><?xml version="1.0" encoding="utf-8"?>
<p:tagLst xmlns:p="http://schemas.openxmlformats.org/presentationml/2006/main">
  <p:tag name="PA" val="v5.2.11"/>
</p:tagLst>
</file>

<file path=ppt/tags/tag4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5.xml><?xml version="1.0" encoding="utf-8"?>
<p:tagLst xmlns:p="http://schemas.openxmlformats.org/presentationml/2006/main">
  <p:tag name="PA" val="v5.2.11"/>
</p:tagLst>
</file>

<file path=ppt/tags/tag6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7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.xml><?xml version="1.0" encoding="utf-8"?>
<p:tagLst xmlns:p="http://schemas.openxmlformats.org/presentationml/2006/main">
  <p:tag name="PA" val="v5.2.11"/>
</p:tagLst>
</file>

<file path=ppt/tags/tag10.xml><?xml version="1.0" encoding="utf-8"?>
<p:tagLst xmlns:p="http://schemas.openxmlformats.org/presentationml/2006/main">
  <p:tag name="PA" val="v5.2.11"/>
</p:tagLst>
</file>

<file path=ppt/tags/tag11.xml><?xml version="1.0" encoding="utf-8"?>
<p:tagLst xmlns:p="http://schemas.openxmlformats.org/presentationml/2006/main">
  <p:tag name="PA" val="v5.2.11"/>
</p:tagLst>
</file>

<file path=ppt/tags/tag12.xml><?xml version="1.0" encoding="utf-8"?>
<p:tagLst xmlns:p="http://schemas.openxmlformats.org/presentationml/2006/main">
  <p:tag name="PA" val="v5.2.11"/>
</p:tagLst>
</file>

<file path=ppt/tags/tag13.xml><?xml version="1.0" encoding="utf-8"?>
<p:tagLst xmlns:p="http://schemas.openxmlformats.org/presentationml/2006/main">
  <p:tag name="PA" val="v5.2.11"/>
</p:tagLst>
</file>

<file path=ppt/tags/tag14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5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6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7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8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19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0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1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2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3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4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5.xml><?xml version="1.0" encoding="utf-8"?>
<p:tagLst xmlns:p="http://schemas.openxmlformats.org/presentationml/2006/main">
  <p:tag name="KSO_WM_DIAGRAM_VIRTUALLY_FRAME" val="{&quot;height&quot;:296.3351181102363,&quot;left&quot;:53.81070866141732,&quot;top&quot;:88.53401574803149,&quot;width&quot;:602.5755118110236}"/>
</p:tagLst>
</file>

<file path=ppt/tags/tag26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27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28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29.xml><?xml version="1.0" encoding="utf-8"?>
<p:tagLst xmlns:p="http://schemas.openxmlformats.org/presentationml/2006/main">
  <p:tag name="KSO_WM_DIAGRAM_VIRTUALLY_FRAME" val="{&quot;height&quot;:241.48511811023627,&quot;left&quot;:67.46070866141733,&quot;top&quot;:143.3840157480315,&quot;width&quot;:588.9255118110236}"/>
</p:tagLst>
</file>

<file path=ppt/tags/tag30.xml><?xml version="1.0" encoding="utf-8"?>
<p:tagLst xmlns:p="http://schemas.openxmlformats.org/presentationml/2006/main">
  <p:tag name="PA" val="v5.2.11"/>
</p:tagLst>
</file>

<file path=ppt/tags/tag31.xml><?xml version="1.0" encoding="utf-8"?>
<p:tagLst xmlns:p="http://schemas.openxmlformats.org/presentationml/2006/main">
  <p:tag name="PA" val="v5.2.11"/>
</p:tagLst>
</file>

<file path=ppt/tags/tag32.xml><?xml version="1.0" encoding="utf-8"?>
<p:tagLst xmlns:p="http://schemas.openxmlformats.org/presentationml/2006/main">
  <p:tag name="PA" val="v5.2.11"/>
</p:tagLst>
</file>

<file path=ppt/tags/tag33.xml><?xml version="1.0" encoding="utf-8"?>
<p:tagLst xmlns:p="http://schemas.openxmlformats.org/presentationml/2006/main">
  <p:tag name="PA" val="v5.2.11"/>
</p:tagLst>
</file>

<file path=ppt/tags/tag34.xml><?xml version="1.0" encoding="utf-8"?>
<p:tagLst xmlns:p="http://schemas.openxmlformats.org/presentationml/2006/main">
  <p:tag name="PA" val="v5.2.11"/>
</p:tagLst>
</file>

<file path=ppt/tags/tag35.xml><?xml version="1.0" encoding="utf-8"?>
<p:tagLst xmlns:p="http://schemas.openxmlformats.org/presentationml/2006/main">
  <p:tag name="PA" val="v5.2.11"/>
</p:tagLst>
</file>

<file path=ppt/tags/tag36.xml><?xml version="1.0" encoding="utf-8"?>
<p:tagLst xmlns:p="http://schemas.openxmlformats.org/presentationml/2006/main">
  <p:tag name="PA" val="v5.2.11"/>
</p:tagLst>
</file>

<file path=ppt/tags/tag37.xml><?xml version="1.0" encoding="utf-8"?>
<p:tagLst xmlns:p="http://schemas.openxmlformats.org/presentationml/2006/main">
  <p:tag name="PA" val="v5.2.11"/>
</p:tagLst>
</file>

<file path=ppt/tags/tag38.xml><?xml version="1.0" encoding="utf-8"?>
<p:tagLst xmlns:p="http://schemas.openxmlformats.org/presentationml/2006/main">
  <p:tag name="PA" val="v5.2.11"/>
</p:tagLst>
</file>

<file path=ppt/tags/tag39.xml><?xml version="1.0" encoding="utf-8"?>
<p:tagLst xmlns:p="http://schemas.openxmlformats.org/presentationml/2006/main">
  <p:tag name="PA" val="v5.2.11"/>
</p:tagLst>
</file>

<file path=ppt/tags/tag40.xml><?xml version="1.0" encoding="utf-8"?>
<p:tagLst xmlns:p="http://schemas.openxmlformats.org/presentationml/2006/main">
  <p:tag name="PA" val="v5.2.11"/>
</p:tagLst>
</file>

<file path=ppt/tags/tag41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2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3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4.xml><?xml version="1.0" encoding="utf-8"?>
<p:tagLst xmlns:p="http://schemas.openxmlformats.org/presentationml/2006/main">
  <p:tag name="KSO_WM_DIAGRAM_VIRTUALLY_FRAME" val="{&quot;height&quot;:407.2,&quot;left&quot;:25.512519685039372,&quot;top&quot;:128.25,&quot;width&quot;:724.4374803149606}"/>
</p:tagLst>
</file>

<file path=ppt/tags/tag45.xml><?xml version="1.0" encoding="utf-8"?>
<p:tagLst xmlns:p="http://schemas.openxmlformats.org/presentationml/2006/main">
  <p:tag name="KSO_WM_DIAGRAM_VIRTUALLY_FRAME" val="{&quot;height&quot;:354.35,&quot;left&quot;:321.75,&quot;top&quot;:121.9,&quot;width&quot;:638.25}"/>
</p:tagLst>
</file>

<file path=ppt/tags/tag46.xml><?xml version="1.0" encoding="utf-8"?>
<p:tagLst xmlns:p="http://schemas.openxmlformats.org/presentationml/2006/main">
  <p:tag name="PA" val="v5.2.11"/>
</p:tagLst>
</file>

<file path=ppt/tags/tag47.xml><?xml version="1.0" encoding="utf-8"?>
<p:tagLst xmlns:p="http://schemas.openxmlformats.org/presentationml/2006/main">
  <p:tag name="PA" val="v5.2.11"/>
</p:tagLst>
</file>

<file path=ppt/tags/tag4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49.xml><?xml version="1.0" encoding="utf-8"?>
<p:tagLst xmlns:p="http://schemas.openxmlformats.org/presentationml/2006/main">
  <p:tag name="PA" val="v5.2.11"/>
</p:tagLst>
</file>

<file path=ppt/tags/tag50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5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52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53.xml><?xml version="1.0" encoding="utf-8"?>
<p:tagLst xmlns:p="http://schemas.openxmlformats.org/presentationml/2006/main">
  <p:tag name="KSO_WM_AICARD_INVALID" val="Invalid"/>
</p:tagLst>
</file>

<file path=ppt/tags/tag54.xml><?xml version="1.0" encoding="utf-8"?>
<p:tagLst xmlns:p="http://schemas.openxmlformats.org/presentationml/2006/main">
  <p:tag name="PA" val="v5.2.11"/>
</p:tagLst>
</file>

<file path=ppt/tags/tag55.xml><?xml version="1.0" encoding="utf-8"?>
<p:tagLst xmlns:p="http://schemas.openxmlformats.org/presentationml/2006/main">
  <p:tag name="PA" val="v5.2.11"/>
</p:tagLst>
</file>

<file path=ppt/tags/tag56.xml><?xml version="1.0" encoding="utf-8"?>
<p:tagLst xmlns:p="http://schemas.openxmlformats.org/presentationml/2006/main">
  <p:tag name="PA" val="v5.2.11"/>
</p:tagLst>
</file>

<file path=ppt/tags/tag57.xml><?xml version="1.0" encoding="utf-8"?>
<p:tagLst xmlns:p="http://schemas.openxmlformats.org/presentationml/2006/main">
  <p:tag name="KSO_WM_AICARD_INVALID" val="Invalid"/>
  <p:tag name="RESOURCE_RECORD_KEY" val="{&quot;29&quot;:[50053024]}"/>
</p:tagLst>
</file>

<file path=ppt/tags/tag58.xml><?xml version="1.0" encoding="utf-8"?>
<p:tagLst xmlns:p="http://schemas.openxmlformats.org/presentationml/2006/main">
  <p:tag name="PA" val="v5.2.11"/>
</p:tagLst>
</file>

<file path=ppt/tags/tag59.xml><?xml version="1.0" encoding="utf-8"?>
<p:tagLst xmlns:p="http://schemas.openxmlformats.org/presentationml/2006/main">
  <p:tag name="PA" val="v5.2.11"/>
</p:tagLst>
</file>

<file path=ppt/tags/tag60.xml><?xml version="1.0" encoding="utf-8"?>
<p:tagLst xmlns:p="http://schemas.openxmlformats.org/presentationml/2006/main">
  <p:tag name="TABLE_ENDDRAG_ORIGIN_RECT" val="859*231"/>
  <p:tag name="TABLE_ENDDRAG_RECT" val="59*110*859*231"/>
</p:tagLst>
</file>

<file path=ppt/tags/tag61.xml><?xml version="1.0" encoding="utf-8"?>
<p:tagLst xmlns:p="http://schemas.openxmlformats.org/presentationml/2006/main">
  <p:tag name="KSO_WM_AICARD_INVALID" val="Invalid"/>
</p:tagLst>
</file>

<file path=ppt/tags/tag62.xml><?xml version="1.0" encoding="utf-8"?>
<p:tagLst xmlns:p="http://schemas.openxmlformats.org/presentationml/2006/main">
  <p:tag name="PA" val="v5.2.11"/>
</p:tagLst>
</file>

<file path=ppt/tags/tag63.xml><?xml version="1.0" encoding="utf-8"?>
<p:tagLst xmlns:p="http://schemas.openxmlformats.org/presentationml/2006/main">
  <p:tag name="PA" val="v5.2.11"/>
</p:tagLst>
</file>

<file path=ppt/tags/tag64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5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6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7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8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69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70.xml><?xml version="1.0" encoding="utf-8"?>
<p:tagLst xmlns:p="http://schemas.openxmlformats.org/presentationml/2006/main">
  <p:tag name="KSO_WM_DIAGRAM_VIRTUALLY_FRAME" val="{&quot;height&quot;:158.7,&quot;left&quot;:25.5,&quot;top&quot;:122.85,&quot;width&quot;:503}"/>
</p:tagLst>
</file>

<file path=ppt/tags/tag71.xml><?xml version="1.0" encoding="utf-8"?>
<p:tagLst xmlns:p="http://schemas.openxmlformats.org/presentationml/2006/main">
  <p:tag name="KSO_WM_DIAGRAM_VIRTUALLY_FRAME" val="{&quot;height&quot;:356.7078740157481,&quot;left&quot;:71.23787401574802,&quot;top&quot;:109.46196850393702,&quot;width&quot;:843.2458267716535}"/>
</p:tagLst>
</file>

<file path=ppt/tags/tag72.xml><?xml version="1.0" encoding="utf-8"?>
<p:tagLst xmlns:p="http://schemas.openxmlformats.org/presentationml/2006/main">
  <p:tag name="KSO_WM_DIAGRAM_VIRTUALLY_FRAME" val="{&quot;height&quot;:420.75,&quot;left&quot;:25.5,&quot;top&quot;:88.6,&quot;width&quot;:722.85}"/>
</p:tagLst>
</file>

<file path=ppt/tags/tag73.xml><?xml version="1.0" encoding="utf-8"?>
<p:tagLst xmlns:p="http://schemas.openxmlformats.org/presentationml/2006/main">
  <p:tag name="KSO_WM_DIAGRAM_VIRTUALLY_FRAME" val="{&quot;height&quot;:420.75,&quot;left&quot;:25.5,&quot;top&quot;:88.6,&quot;width&quot;:722.85}"/>
</p:tagLst>
</file>

<file path=ppt/tags/tag74.xml><?xml version="1.0" encoding="utf-8"?>
<p:tagLst xmlns:p="http://schemas.openxmlformats.org/presentationml/2006/main">
  <p:tag name="TABLE_ENDDRAG_ORIGIN_RECT" val="299*61"/>
  <p:tag name="TABLE_ENDDRAG_RECT" val="56*202*299*61"/>
  <p:tag name="KSO_WM_UNIT_TABLE_BEAUTIFY" val="smartTable{22a63850-347f-4f1b-b091-b0873b0929a6}"/>
</p:tagLst>
</file>

<file path=ppt/tags/tag75.xml><?xml version="1.0" encoding="utf-8"?>
<p:tagLst xmlns:p="http://schemas.openxmlformats.org/presentationml/2006/main">
  <p:tag name="KSO_WM_AICARD_INVALID" val="Invalid"/>
</p:tagLst>
</file>

<file path=ppt/tags/tag76.xml><?xml version="1.0" encoding="utf-8"?>
<p:tagLst xmlns:p="http://schemas.openxmlformats.org/presentationml/2006/main">
  <p:tag name="PA" val="v5.2.11"/>
</p:tagLst>
</file>

<file path=ppt/tags/tag77.xml><?xml version="1.0" encoding="utf-8"?>
<p:tagLst xmlns:p="http://schemas.openxmlformats.org/presentationml/2006/main">
  <p:tag name="PA" val="v5.2.11"/>
</p:tagLst>
</file>

<file path=ppt/tags/tag7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79.xml><?xml version="1.0" encoding="utf-8"?>
<p:tagLst xmlns:p="http://schemas.openxmlformats.org/presentationml/2006/main">
  <p:tag name="PA" val="v5.2.11"/>
</p:tagLst>
</file>

<file path=ppt/tags/tag80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8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82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83.xml><?xml version="1.0" encoding="utf-8"?>
<p:tagLst xmlns:p="http://schemas.openxmlformats.org/presentationml/2006/main">
  <p:tag name="KSO_WM_AICARD_INVALID" val="Invalid"/>
</p:tagLst>
</file>

<file path=ppt/tags/tag84.xml><?xml version="1.0" encoding="utf-8"?>
<p:tagLst xmlns:p="http://schemas.openxmlformats.org/presentationml/2006/main">
  <p:tag name="PA" val="v5.2.11"/>
</p:tagLst>
</file>

<file path=ppt/tags/tag85.xml><?xml version="1.0" encoding="utf-8"?>
<p:tagLst xmlns:p="http://schemas.openxmlformats.org/presentationml/2006/main">
  <p:tag name="PA" val="v5.2.11"/>
</p:tagLst>
</file>

<file path=ppt/tags/tag86.xml><?xml version="1.0" encoding="utf-8"?>
<p:tagLst xmlns:p="http://schemas.openxmlformats.org/presentationml/2006/main">
  <p:tag name="TABLE_ENDDRAG_ORIGIN_RECT" val="846*73"/>
  <p:tag name="TABLE_ENDDRAG_RECT" val="52*413*846*73"/>
</p:tagLst>
</file>

<file path=ppt/tags/tag87.xml><?xml version="1.0" encoding="utf-8"?>
<p:tagLst xmlns:p="http://schemas.openxmlformats.org/presentationml/2006/main">
  <p:tag name="TABLE_ENDDRAG_ORIGIN_RECT" val="854*86"/>
  <p:tag name="TABLE_ENDDRAG_RECT" val="56*266*854*86"/>
</p:tagLst>
</file>

<file path=ppt/tags/tag88.xml><?xml version="1.0" encoding="utf-8"?>
<p:tagLst xmlns:p="http://schemas.openxmlformats.org/presentationml/2006/main">
  <p:tag name="KSO_WM_AICARD_INVALID" val="Invalid"/>
</p:tagLst>
</file>

<file path=ppt/tags/tag89.xml><?xml version="1.0" encoding="utf-8"?>
<p:tagLst xmlns:p="http://schemas.openxmlformats.org/presentationml/2006/main">
  <p:tag name="PA" val="v5.2.11"/>
</p:tagLst>
</file>

<file path=ppt/tags/tag90.xml><?xml version="1.0" encoding="utf-8"?>
<p:tagLst xmlns:p="http://schemas.openxmlformats.org/presentationml/2006/main">
  <p:tag name="PA" val="v5.2.11"/>
</p:tagLst>
</file>

<file path=ppt/tags/tag9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2.xml><?xml version="1.0" encoding="utf-8"?>
<p:tagLst xmlns:p="http://schemas.openxmlformats.org/presentationml/2006/main">
  <p:tag name="PA" val="v5.2.11"/>
</p:tagLst>
</file>

<file path=ppt/tags/tag93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94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5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96.xml><?xml version="1.0" encoding="utf-8"?>
<p:tagLst xmlns:p="http://schemas.openxmlformats.org/presentationml/2006/main">
  <p:tag name="KSO_WM_AICARD_INVALID" val="Invalid"/>
</p:tagLst>
</file>

<file path=ppt/tags/tag97.xml><?xml version="1.0" encoding="utf-8"?>
<p:tagLst xmlns:p="http://schemas.openxmlformats.org/presentationml/2006/main">
  <p:tag name="PA" val="v5.2.11"/>
</p:tagLst>
</file>

<file path=ppt/tags/tag98.xml><?xml version="1.0" encoding="utf-8"?>
<p:tagLst xmlns:p="http://schemas.openxmlformats.org/presentationml/2006/main">
  <p:tag name="PA" val="v5.2.11"/>
</p:tagLst>
</file>

<file path=ppt/tags/tag99.xml><?xml version="1.0" encoding="utf-8"?>
<p:tagLst xmlns:p="http://schemas.openxmlformats.org/presentationml/2006/main">
  <p:tag name="PA" val="v5.2.11"/>
</p:tagLst>
</file>

<file path=ppt/tags/tag100.xml><?xml version="1.0" encoding="utf-8"?>
<p:tagLst xmlns:p="http://schemas.openxmlformats.org/presentationml/2006/main">
  <p:tag name="PA" val="v5.2.11"/>
</p:tagLst>
</file>

<file path=ppt/tags/tag101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02.xml><?xml version="1.0" encoding="utf-8"?>
<p:tagLst xmlns:p="http://schemas.openxmlformats.org/presentationml/2006/main">
  <p:tag name="PA" val="v5.2.11"/>
</p:tagLst>
</file>

<file path=ppt/tags/tag103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104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05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06.xml><?xml version="1.0" encoding="utf-8"?>
<p:tagLst xmlns:p="http://schemas.openxmlformats.org/presentationml/2006/main">
  <p:tag name="PA" val="v5.2.11"/>
</p:tagLst>
</file>

<file path=ppt/tags/tag107.xml><?xml version="1.0" encoding="utf-8"?>
<p:tagLst xmlns:p="http://schemas.openxmlformats.org/presentationml/2006/main">
  <p:tag name="PA" val="v5.2.11"/>
</p:tagLst>
</file>

<file path=ppt/tags/tag108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09.xml><?xml version="1.0" encoding="utf-8"?>
<p:tagLst xmlns:p="http://schemas.openxmlformats.org/presentationml/2006/main">
  <p:tag name="KSO_WM_DIAGRAM_VIRTUALLY_FRAME" val="{&quot;height&quot;:276.6,&quot;left&quot;:24.7,&quot;top&quot;:179.3,&quot;width&quot;:425.4}"/>
</p:tagLst>
</file>

<file path=ppt/tags/tag110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1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2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3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4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5.xml><?xml version="1.0" encoding="utf-8"?>
<p:tagLst xmlns:p="http://schemas.openxmlformats.org/presentationml/2006/main">
  <p:tag name="KSO_WM_DIAGRAM_VIRTUALLY_FRAME" val="{&quot;height&quot;:282.3,&quot;left&quot;:24.7,&quot;top&quot;:173.6,&quot;width&quot;:425.4}"/>
</p:tagLst>
</file>

<file path=ppt/tags/tag116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17.xml><?xml version="1.0" encoding="utf-8"?>
<p:tagLst xmlns:p="http://schemas.openxmlformats.org/presentationml/2006/main">
  <p:tag name="KSO_WM_DIAGRAM_VIRTUALLY_FRAME" val="{&quot;height&quot;:282.3,&quot;left&quot;:24.7,&quot;top&quot;:173.6,&quot;width&quot;:425.4}"/>
</p:tagLst>
</file>

<file path=ppt/tags/tag118.xml><?xml version="1.0" encoding="utf-8"?>
<p:tagLst xmlns:p="http://schemas.openxmlformats.org/presentationml/2006/main">
  <p:tag name="KSO_WM_DIAGRAM_VIRTUALLY_FRAME" val="{&quot;height&quot;:282.3,&quot;left&quot;:24.7,&quot;top&quot;:173.6,&quot;width&quot;:425.4}"/>
</p:tagLst>
</file>

<file path=ppt/tags/tag119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0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1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2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3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4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5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6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7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8.xml><?xml version="1.0" encoding="utf-8"?>
<p:tagLst xmlns:p="http://schemas.openxmlformats.org/presentationml/2006/main">
  <p:tag name="KSO_WM_DIAGRAM_VIRTUALLY_FRAME" val="{&quot;height&quot;:310.65,&quot;left&quot;:24.7,&quot;top&quot;:145.25,&quot;width&quot;:601.8}"/>
</p:tagLst>
</file>

<file path=ppt/tags/tag129.xml><?xml version="1.0" encoding="utf-8"?>
<p:tagLst xmlns:p="http://schemas.openxmlformats.org/presentationml/2006/main">
  <p:tag name="PA" val="v5.2.11"/>
</p:tagLst>
</file>

<file path=ppt/tags/tag130.xml><?xml version="1.0" encoding="utf-8"?>
<p:tagLst xmlns:p="http://schemas.openxmlformats.org/presentationml/2006/main">
  <p:tag name="PA" val="v5.2.11"/>
</p:tagLst>
</file>

<file path=ppt/tags/tag131.xml><?xml version="1.0" encoding="utf-8"?>
<p:tagLst xmlns:p="http://schemas.openxmlformats.org/presentationml/2006/main">
  <p:tag name="TABLE_ENDDRAG_ORIGIN_RECT" val="654*436"/>
  <p:tag name="TABLE_ENDDRAG_RECT" val="148*86*654*436"/>
</p:tagLst>
</file>

<file path=ppt/tags/tag132.xml><?xml version="1.0" encoding="utf-8"?>
<p:tagLst xmlns:p="http://schemas.openxmlformats.org/presentationml/2006/main">
  <p:tag name="KSO_DOCER_RESOURCE_TRACE_INFO" val="{&quot;id&quot;:&quot;&quot;,&quot;origin&quot;:0,&quot;type&quot;:&quot;pictures&quot;,&quot;user&quot;:&quot;205209592&quot;}"/>
</p:tagLst>
</file>

<file path=ppt/tags/tag133.xml><?xml version="1.0" encoding="utf-8"?>
<p:tagLst xmlns:p="http://schemas.openxmlformats.org/presentationml/2006/main">
  <p:tag name="PA" val="v5.2.11"/>
</p:tagLst>
</file>

<file path=ppt/tags/tag134.xml><?xml version="1.0" encoding="utf-8"?>
<p:tagLst xmlns:p="http://schemas.openxmlformats.org/presentationml/2006/main">
  <p:tag name="PA" val="v5.2.11"/>
</p:tagLst>
</file>

<file path=ppt/tags/tag135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36.xml><?xml version="1.0" encoding="utf-8"?>
<p:tagLst xmlns:p="http://schemas.openxmlformats.org/presentationml/2006/main">
  <p:tag name="PA" val="v5.2.11"/>
</p:tagLst>
</file>

<file path=ppt/tags/tag137.xml><?xml version="1.0" encoding="utf-8"?>
<p:tagLst xmlns:p="http://schemas.openxmlformats.org/presentationml/2006/main">
  <p:tag name="KSO_WM_DIAGRAM_VIRTUALLY_FRAME" val="{&quot;height&quot;:176.59070866141732,&quot;left&quot;:69.22787401574803,&quot;top&quot;:243.9555118110236,&quot;width&quot;:824.7721259842519}"/>
</p:tagLst>
</file>

<file path=ppt/tags/tag138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39.xml><?xml version="1.0" encoding="utf-8"?>
<p:tagLst xmlns:p="http://schemas.openxmlformats.org/presentationml/2006/main">
  <p:tag name="PA" val="v5.2.11"/>
  <p:tag name="KSO_WM_DIAGRAM_VIRTUALLY_FRAME" val="{&quot;height&quot;:176.59070866141732,&quot;left&quot;:69.22787401574803,&quot;top&quot;:243.9555118110236,&quot;width&quot;:824.7721259842519}"/>
</p:tagLst>
</file>

<file path=ppt/tags/tag140.xml><?xml version="1.0" encoding="utf-8"?>
<p:tagLst xmlns:p="http://schemas.openxmlformats.org/presentationml/2006/main">
  <p:tag name="PA" val="v5.2.11"/>
</p:tagLst>
</file>

<file path=ppt/tags/tag141.xml><?xml version="1.0" encoding="utf-8"?>
<p:tagLst xmlns:p="http://schemas.openxmlformats.org/presentationml/2006/main">
  <p:tag name="PA" val="v5.2.11"/>
</p:tagLst>
</file>

<file path=ppt/tags/tag142.xml><?xml version="1.0" encoding="utf-8"?>
<p:tagLst xmlns:p="http://schemas.openxmlformats.org/presentationml/2006/main">
  <p:tag name="TABLE_ENDDRAG_ORIGIN_RECT" val="882*112"/>
  <p:tag name="TABLE_ENDDRAG_RECT" val="41*289*882*112"/>
</p:tagLst>
</file>

<file path=ppt/tags/tag143.xml><?xml version="1.0" encoding="utf-8"?>
<p:tagLst xmlns:p="http://schemas.openxmlformats.org/presentationml/2006/main">
  <p:tag name="PA" val="v5.2.11"/>
</p:tagLst>
</file>

<file path=ppt/tags/tag144.xml><?xml version="1.0" encoding="utf-8"?>
<p:tagLst xmlns:p="http://schemas.openxmlformats.org/presentationml/2006/main">
  <p:tag name="PA" val="v5.2.11"/>
</p:tagLst>
</file>

<file path=ppt/tags/tag145.xml><?xml version="1.0" encoding="utf-8"?>
<p:tagLst xmlns:p="http://schemas.openxmlformats.org/presentationml/2006/main">
  <p:tag name="PA" val="v5.2.11"/>
</p:tagLst>
</file>

<file path=ppt/tags/tag146.xml><?xml version="1.0" encoding="utf-8"?>
<p:tagLst xmlns:p="http://schemas.openxmlformats.org/presentationml/2006/main">
  <p:tag name="PA" val="v5.2.11"/>
</p:tagLst>
</file>

<file path=ppt/tags/tag147.xml><?xml version="1.0" encoding="utf-8"?>
<p:tagLst xmlns:p="http://schemas.openxmlformats.org/presentationml/2006/main">
  <p:tag name="PA" val="v5.2.11"/>
</p:tagLst>
</file>

<file path=ppt/tags/tag148.xml><?xml version="1.0" encoding="utf-8"?>
<p:tagLst xmlns:p="http://schemas.openxmlformats.org/presentationml/2006/main">
  <p:tag name="PA" val="v5.2.11"/>
</p:tagLst>
</file>

<file path=ppt/tags/tag149.xml><?xml version="1.0" encoding="utf-8"?>
<p:tagLst xmlns:p="http://schemas.openxmlformats.org/presentationml/2006/main">
  <p:tag name="PA" val="v5.2.11"/>
</p:tagLst>
</file>

<file path=ppt/tags/tag150.xml><?xml version="1.0" encoding="utf-8"?>
<p:tagLst xmlns:p="http://schemas.openxmlformats.org/presentationml/2006/main">
  <p:tag name="PA" val="v5.2.11"/>
</p:tagLst>
</file>

<file path=ppt/tags/tag151.xml><?xml version="1.0" encoding="utf-8"?>
<p:tagLst xmlns:p="http://schemas.openxmlformats.org/presentationml/2006/main">
  <p:tag name="PA" val="v5.2.11"/>
</p:tagLst>
</file>

<file path=ppt/tags/tag152.xml><?xml version="1.0" encoding="utf-8"?>
<p:tagLst xmlns:p="http://schemas.openxmlformats.org/presentationml/2006/main">
  <p:tag name="PA" val="v5.2.11"/>
</p:tagLst>
</file>

<file path=ppt/tags/tag153.xml><?xml version="1.0" encoding="utf-8"?>
<p:tagLst xmlns:p="http://schemas.openxmlformats.org/presentationml/2006/main">
  <p:tag name="PA" val="v5.2.11"/>
</p:tagLst>
</file>

<file path=ppt/tags/tag154.xml><?xml version="1.0" encoding="utf-8"?>
<p:tagLst xmlns:p="http://schemas.openxmlformats.org/presentationml/2006/main">
  <p:tag name="PA" val="v5.2.11"/>
</p:tagLst>
</file>

<file path=ppt/tags/tag155.xml><?xml version="1.0" encoding="utf-8"?>
<p:tagLst xmlns:p="http://schemas.openxmlformats.org/presentationml/2006/main">
  <p:tag name="PA" val="v5.2.11"/>
</p:tagLst>
</file>

<file path=ppt/tags/tag156.xml><?xml version="1.0" encoding="utf-8"?>
<p:tagLst xmlns:p="http://schemas.openxmlformats.org/presentationml/2006/main">
  <p:tag name="PA" val="v5.2.11"/>
</p:tagLst>
</file>

<file path=ppt/tags/tag157.xml><?xml version="1.0" encoding="utf-8"?>
<p:tagLst xmlns:p="http://schemas.openxmlformats.org/presentationml/2006/main">
  <p:tag name="PA" val="v5.2.11"/>
</p:tagLst>
</file>

<file path=ppt/tags/tag158.xml><?xml version="1.0" encoding="utf-8"?>
<p:tagLst xmlns:p="http://schemas.openxmlformats.org/presentationml/2006/main">
  <p:tag name="PA" val="v5.2.11"/>
</p:tagLst>
</file>

<file path=ppt/tags/tag159.xml><?xml version="1.0" encoding="utf-8"?>
<p:tagLst xmlns:p="http://schemas.openxmlformats.org/presentationml/2006/main">
  <p:tag name="PA" val="v5.2.11"/>
</p:tagLst>
</file>

<file path=ppt/tags/tag160.xml><?xml version="1.0" encoding="utf-8"?>
<p:tagLst xmlns:p="http://schemas.openxmlformats.org/presentationml/2006/main">
  <p:tag name="KSO_WM_DIAGRAM_VIRTUALLY_FRAME" val="{&quot;height&quot;:180.63015748031498,&quot;left&quot;:74.92929133858267,&quot;top&quot;:281.55818897637795,&quot;width&quot;:833.2414960629922}"/>
  <p:tag name="PA" val="v5.2.11"/>
</p:tagLst>
</file>

<file path=ppt/tags/tag161.xml><?xml version="1.0" encoding="utf-8"?>
<p:tagLst xmlns:p="http://schemas.openxmlformats.org/presentationml/2006/main">
  <p:tag name="KSO_WM_DIAGRAM_VIRTUALLY_FRAME" val="{&quot;height&quot;:180.63015748031498,&quot;left&quot;:74.92929133858267,&quot;top&quot;:281.55818897637795,&quot;width&quot;:833.2414960629922}"/>
  <p:tag name="PA" val="v5.2.11"/>
</p:tagLst>
</file>

<file path=ppt/tags/tag162.xml><?xml version="1.0" encoding="utf-8"?>
<p:tagLst xmlns:p="http://schemas.openxmlformats.org/presentationml/2006/main">
  <p:tag name="PA" val="v5.2.11"/>
</p:tagLst>
</file>

<file path=ppt/tags/tag163.xml><?xml version="1.0" encoding="utf-8"?>
<p:tagLst xmlns:p="http://schemas.openxmlformats.org/presentationml/2006/main">
  <p:tag name="KSO_WM_SLIDE_ID" val="custom20206915_1"/>
  <p:tag name="KSO_WM_TEMPLATE_SUBCATEGORY" val="0"/>
  <p:tag name="KSO_WM_TEMPLATE_MASTER_TYPE" val="1"/>
  <p:tag name="KSO_WM_TEMPLATE_COLOR_TYPE" val="1"/>
  <p:tag name="KSO_WM_SLIDE_TYPE" val="title"/>
  <p:tag name="KSO_WM_SLIDE_SUBTYPE" val="pureTxt"/>
  <p:tag name="KSO_WM_SLIDE_ITEM_CNT" val="0"/>
  <p:tag name="KSO_WM_SLIDE_INDEX" val="1"/>
  <p:tag name="KSO_WM_TEMPLATE_MASTER_THUMB_INDEX" val="12"/>
  <p:tag name="KSO_WM_TAG_VERSION" val="1.0"/>
  <p:tag name="KSO_WM_BEAUTIFY_FLAG" val="#wm#"/>
  <p:tag name="KSO_WM_TEMPLATE_CATEGORY" val="custom"/>
  <p:tag name="KSO_WM_TEMPLATE_INDEX" val="20206915"/>
  <p:tag name="KSO_WM_SLIDE_LAYOUT" val="a_b_f"/>
  <p:tag name="KSO_WM_SLIDE_LAYOUT_CNT" val="1_1_1"/>
  <p:tag name="KSO_WM_TEMPLATE_THUMBS_INDEX" val="1、4、7、8、10、11、12、13、15"/>
</p:tagLst>
</file>

<file path=ppt/tags/tag164.xml><?xml version="1.0" encoding="utf-8"?>
<p:tagLst xmlns:p="http://schemas.openxmlformats.org/presentationml/2006/main">
  <p:tag name="RESOURCE_RECORD_KEY" val="{&quot;29&quot;:[50000199,50000031,50053024,50000047],&quot;65&quot;:[20231218]}"/>
</p:tagLst>
</file>

<file path=ppt/theme/theme1.xml><?xml version="1.0" encoding="utf-8"?>
<a:theme xmlns:a="http://schemas.openxmlformats.org/drawingml/2006/main" name="WPS">
  <a:themeElements>
    <a:clrScheme name="珊瑚红-企业PPT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BA2519"/>
      </a:accent1>
      <a:accent2>
        <a:srgbClr val="8A1C15"/>
      </a:accent2>
      <a:accent3>
        <a:srgbClr val="BA2519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常规oppo">
      <a:majorFont>
        <a:latin typeface="Arial"/>
        <a:ea typeface="OPPOSans B"/>
        <a:cs typeface=""/>
      </a:majorFont>
      <a:minorFont>
        <a:latin typeface="Arial"/>
        <a:ea typeface="Arial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WPS">
  <a:themeElements>
    <a:clrScheme name="珊瑚红-企业PPT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BA2519"/>
      </a:accent1>
      <a:accent2>
        <a:srgbClr val="8A1C15"/>
      </a:accent2>
      <a:accent3>
        <a:srgbClr val="BA2519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0a9de023-a522-4395-a9ab-f8167a979efc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 cap="flat" cmpd="sng" algn="ctr">
          <a:solidFill>
            <a:srgbClr val="BA2519"/>
          </a:solidFill>
          <a:prstDash val="dash"/>
          <a:miter lim="800000"/>
        </a:ln>
      </a:spPr>
      <a:bodyPr rtlCol="0" anchor="ctr"/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kern="1200" cap="none" spc="0" normalizeH="0" baseline="0" noProof="0">
            <a:ln>
              <a:noFill/>
            </a:ln>
            <a:solidFill>
              <a:prstClr val="white"/>
            </a:solidFill>
            <a:effectLst/>
            <a:uLnTx/>
            <a:uFillTx/>
            <a:latin typeface="OPPOSans M" panose="00020600040101010101" charset="-122"/>
            <a:ea typeface="OPPOSans M" panose="00020600040101010101" charset="-122"/>
            <a:cs typeface="+mn-cs"/>
          </a:defRPr>
        </a:defPPr>
      </a:lst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WPS">
  <a:themeElements>
    <a:clrScheme name="企业介绍蓝色">
      <a:dk1>
        <a:sysClr val="windowText" lastClr="000000"/>
      </a:dk1>
      <a:lt1>
        <a:sysClr val="window" lastClr="FFFFFF"/>
      </a:lt1>
      <a:dk2>
        <a:srgbClr val="171616"/>
      </a:dk2>
      <a:lt2>
        <a:srgbClr val="FFFFFF"/>
      </a:lt2>
      <a:accent1>
        <a:srgbClr val="0563C1"/>
      </a:accent1>
      <a:accent2>
        <a:srgbClr val="0563C1"/>
      </a:accent2>
      <a:accent3>
        <a:srgbClr val="0563C1"/>
      </a:accent3>
      <a:accent4>
        <a:srgbClr val="0061FF"/>
      </a:accent4>
      <a:accent5>
        <a:srgbClr val="0563C1"/>
      </a:accent5>
      <a:accent6>
        <a:srgbClr val="0563C1"/>
      </a:accent6>
      <a:hlink>
        <a:srgbClr val="0563C1"/>
      </a:hlink>
      <a:folHlink>
        <a:srgbClr val="954F72"/>
      </a:folHlink>
    </a:clrScheme>
    <a:fontScheme name="常规oppo">
      <a:majorFont>
        <a:latin typeface="Arial Black"/>
        <a:ea typeface="OPPOSans B"/>
        <a:cs typeface=""/>
      </a:majorFont>
      <a:minorFont>
        <a:latin typeface="Arial"/>
        <a:ea typeface="OPPOSans M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9378</Words>
  <Application>WPS 演示</Application>
  <PresentationFormat>宽屏</PresentationFormat>
  <Paragraphs>1168</Paragraphs>
  <Slides>21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21</vt:i4>
      </vt:variant>
    </vt:vector>
  </HeadingPairs>
  <TitlesOfParts>
    <vt:vector size="53" baseType="lpstr">
      <vt:lpstr>Arial</vt:lpstr>
      <vt:lpstr>宋体</vt:lpstr>
      <vt:lpstr>Wingdings</vt:lpstr>
      <vt:lpstr>OPPOSans M</vt:lpstr>
      <vt:lpstr>JLR Emeric ExtraLight</vt:lpstr>
      <vt:lpstr>DejaVu Math TeX Gyre</vt:lpstr>
      <vt:lpstr>JLR Emeric ExtraLight</vt:lpstr>
      <vt:lpstr>Segoe Print</vt:lpstr>
      <vt:lpstr>微软雅黑</vt:lpstr>
      <vt:lpstr>OPPOSans R</vt:lpstr>
      <vt:lpstr>Alibaba PuHuiTi</vt:lpstr>
      <vt:lpstr>Arial</vt:lpstr>
      <vt:lpstr>Calibri</vt:lpstr>
      <vt:lpstr>OPPOSans M</vt:lpstr>
      <vt:lpstr>Arial Unicode MS</vt:lpstr>
      <vt:lpstr>OPPOSans B</vt:lpstr>
      <vt:lpstr>Arial Black</vt:lpstr>
      <vt:lpstr>Wingdings</vt:lpstr>
      <vt:lpstr>等线</vt:lpstr>
      <vt:lpstr>Calibri Light</vt:lpstr>
      <vt:lpstr>Aptos Narrow</vt:lpstr>
      <vt:lpstr>Segoe UI Variable Display</vt:lpstr>
      <vt:lpstr>Alibaba PuHuiTi</vt:lpstr>
      <vt:lpstr>Aptos Narrow</vt:lpstr>
      <vt:lpstr>仓耳玄三M W05</vt:lpstr>
      <vt:lpstr>MiSans ExtraLight</vt:lpstr>
      <vt:lpstr>Sitka Heading</vt:lpstr>
      <vt:lpstr>The best part</vt:lpstr>
      <vt:lpstr>Arial Narrow</vt:lpstr>
      <vt:lpstr>WPS</vt:lpstr>
      <vt:lpstr>1_WPS</vt:lpstr>
      <vt:lpstr>4_WPS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敏俊 豆</dc:creator>
  <cp:lastModifiedBy>微信用户</cp:lastModifiedBy>
  <cp:revision>223</cp:revision>
  <dcterms:created xsi:type="dcterms:W3CDTF">2026-02-24T01:07:00Z</dcterms:created>
  <dcterms:modified xsi:type="dcterms:W3CDTF">2026-07-09T05:53:02Z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C92178520E7E4545A405F531DF161B8B_13</vt:lpwstr>
  </property>
  <property fmtid="{D5CDD505-2E9C-101B-9397-08002B2CF9AE}" pid="3" name="KSOProductBuildVer">
    <vt:lpwstr>2052-12.1.0.24031</vt:lpwstr>
  </property>
</Properties>
</file>